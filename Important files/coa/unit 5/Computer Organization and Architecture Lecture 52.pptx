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9" r:id="rId3"/>
    <p:sldId id="257" r:id="rId4"/>
    <p:sldId id="286" r:id="rId5"/>
    <p:sldId id="295" r:id="rId6"/>
    <p:sldId id="290" r:id="rId7"/>
    <p:sldId id="258" r:id="rId8"/>
    <p:sldId id="296" r:id="rId9"/>
    <p:sldId id="294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792539" y="1503363"/>
            <a:ext cx="2909771" cy="35850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/>
              <a:t> Peripheral Devices</a:t>
            </a:r>
          </a:p>
          <a:p>
            <a:pPr defTabSz="762000">
              <a:lnSpc>
                <a:spcPct val="85000"/>
              </a:lnSpc>
            </a:pPr>
            <a:endParaRPr lang="en-US" altLang="ko-KR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/>
              <a:t> Input-Output Interface</a:t>
            </a:r>
          </a:p>
          <a:p>
            <a:pPr defTabSz="762000">
              <a:lnSpc>
                <a:spcPct val="85000"/>
              </a:lnSpc>
            </a:pPr>
            <a:endParaRPr lang="en-US" altLang="ko-KR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/>
              <a:t> Asynchronous Data Transfer</a:t>
            </a:r>
          </a:p>
          <a:p>
            <a:pPr defTabSz="762000">
              <a:lnSpc>
                <a:spcPct val="85000"/>
              </a:lnSpc>
            </a:pPr>
            <a:endParaRPr lang="en-US" altLang="ko-KR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/>
              <a:t> Modes of Transfer</a:t>
            </a:r>
          </a:p>
          <a:p>
            <a:pPr defTabSz="762000">
              <a:lnSpc>
                <a:spcPct val="85000"/>
              </a:lnSpc>
            </a:pPr>
            <a:endParaRPr lang="en-US" altLang="ko-KR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/>
              <a:t> Priority Interrupt</a:t>
            </a:r>
          </a:p>
          <a:p>
            <a:pPr defTabSz="762000">
              <a:lnSpc>
                <a:spcPct val="85000"/>
              </a:lnSpc>
            </a:pPr>
            <a:endParaRPr lang="en-US" altLang="ko-KR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/>
              <a:t> Direct Memory Access</a:t>
            </a:r>
          </a:p>
          <a:p>
            <a:pPr defTabSz="762000">
              <a:lnSpc>
                <a:spcPct val="85000"/>
              </a:lnSpc>
            </a:pPr>
            <a:endParaRPr lang="en-US" altLang="ko-KR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/>
              <a:t> Input-Output Processor</a:t>
            </a:r>
          </a:p>
          <a:p>
            <a:pPr defTabSz="762000">
              <a:lnSpc>
                <a:spcPct val="85000"/>
              </a:lnSpc>
            </a:pPr>
            <a:endParaRPr lang="en-US" altLang="ko-KR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/>
              <a:t> Serial Communication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962151" y="300038"/>
            <a:ext cx="8175625" cy="457200"/>
          </a:xfrm>
          <a:noFill/>
          <a:ln w="12700">
            <a:miter lim="800000"/>
            <a:headEnd/>
            <a:tailEnd/>
          </a:ln>
        </p:spPr>
        <p:txBody>
          <a:bodyPr vert="horz" wrap="square" lIns="90488" tIns="44450" rIns="90488" bIns="4445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ko-KR" sz="2800"/>
              <a:t>INPUT-OUTPUT  ORGANIZATION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01863" y="250825"/>
            <a:ext cx="7764462" cy="547688"/>
          </a:xfrm>
          <a:noFill/>
          <a:ln w="12700">
            <a:miter lim="800000"/>
            <a:headEnd/>
            <a:tailEnd/>
          </a:ln>
        </p:spPr>
        <p:txBody>
          <a:bodyPr vert="horz" wrap="square" lIns="63500" tIns="25400" rIns="63500" bIns="2540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800"/>
              <a:t>PERIPHERAL  DEVICES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774825" y="887413"/>
            <a:ext cx="1817934" cy="41511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sz="2400"/>
              <a:t>Input Devices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846263" y="1325564"/>
            <a:ext cx="2425472" cy="38630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Keyboard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Optical input devices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Card Reader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Paper Tape Reader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Bar code reader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Digitizer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Optical Mark Reader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Magnetic Input Devices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Magnetic Stripe Reader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Screen Input Devices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Touch Screen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Light Pen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- Mouse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Analog Input Devices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4938714" y="936625"/>
            <a:ext cx="2047163" cy="41511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sz="2400"/>
              <a:t>Output Devices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4995864" y="1473200"/>
            <a:ext cx="3177921" cy="19500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Card Puncher,  Paper Tape Puncher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CRT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Printer (Impact, Ink Jet, </a:t>
            </a:r>
          </a:p>
          <a:p>
            <a:pPr defTabSz="762000">
              <a:lnSpc>
                <a:spcPct val="111000"/>
              </a:lnSpc>
            </a:pPr>
            <a:r>
              <a:rPr lang="en-US" altLang="ko-KR" sz="1600"/>
              <a:t>             Laser, Dot Matrix)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Plotter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Analog</a:t>
            </a:r>
          </a:p>
          <a:p>
            <a:pPr defTabSz="762000">
              <a:lnSpc>
                <a:spcPct val="111000"/>
              </a:lnSpc>
              <a:buFontTx/>
              <a:buChar char="•"/>
            </a:pPr>
            <a:r>
              <a:rPr lang="en-US" altLang="ko-KR" sz="1600"/>
              <a:t> Voice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9155854" y="0"/>
            <a:ext cx="1512146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/>
            <a:r>
              <a:rPr lang="en-US" altLang="ko-KR" sz="1400" i="1"/>
              <a:t>Peripheral Devices</a:t>
            </a:r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25963" y="4246563"/>
            <a:ext cx="2628900" cy="1924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303214"/>
            <a:ext cx="8229600" cy="396875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3200"/>
              <a:t>Input Output Interface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16150" y="1600201"/>
            <a:ext cx="7010400" cy="4525963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000"/>
              <a:t>Designing logic circuits (Hardware) and writing instructions (Software) to enable the processor to communicate with peripherals is called interfacing, and the logic circuits are called I/O ports or interfacing devices.</a:t>
            </a:r>
          </a:p>
          <a:p>
            <a:endParaRPr lang="en-US" sz="2000"/>
          </a:p>
          <a:p>
            <a:r>
              <a:rPr lang="en-US" sz="2000"/>
              <a:t>I/O system and I/O module or I/O interface</a:t>
            </a:r>
          </a:p>
          <a:p>
            <a:endParaRPr lang="en-US" sz="2000"/>
          </a:p>
          <a:p>
            <a:r>
              <a:rPr lang="en-US" sz="2000"/>
              <a:t>Each device also has an individual controller that supervises the operation of the particular mechanism in the peripheral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1138"/>
            <a:ext cx="8229600" cy="423862"/>
          </a:xfrm>
        </p:spPr>
        <p:txBody>
          <a:bodyPr>
            <a:normAutofit fontScale="90000"/>
          </a:bodyPr>
          <a:lstStyle/>
          <a:p>
            <a:r>
              <a:rPr lang="en-US" dirty="0"/>
              <a:t>A Single Bus System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9746" y="1042001"/>
            <a:ext cx="8381855" cy="4039588"/>
          </a:xfrm>
          <a:prstGeom prst="rect">
            <a:avLst/>
          </a:prstGeom>
          <a:noFill/>
          <a:ln w="25400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279400"/>
            <a:ext cx="7772400" cy="4572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GB" sz="3200"/>
              <a:t>Generic Model of I/O Module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/>
          <a:srcRect l="5418" t="16350" r="10925" b="21777"/>
          <a:stretch>
            <a:fillRect/>
          </a:stretch>
        </p:blipFill>
        <p:spPr bwMode="auto">
          <a:xfrm>
            <a:off x="3048000" y="1077914"/>
            <a:ext cx="5715000" cy="5292725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192338" y="254001"/>
            <a:ext cx="7675562" cy="500063"/>
          </a:xfrm>
          <a:noFill/>
          <a:ln w="12700">
            <a:miter lim="800000"/>
            <a:headEnd/>
            <a:tailEnd/>
          </a:ln>
        </p:spPr>
        <p:txBody>
          <a:bodyPr vert="horz" wrap="square" lIns="90488" tIns="44450" rIns="90488" bIns="4445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800"/>
              <a:t>INPUT/OUTPUT  INTERFACE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8643496" y="0"/>
            <a:ext cx="1910204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/>
            <a:r>
              <a:rPr lang="en-US" altLang="ko-KR" sz="1400" i="1"/>
              <a:t>Input/Output Interfaces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19288" y="946150"/>
            <a:ext cx="8462962" cy="56276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000"/>
              <a:t>Provides a method for transferring information between internal storage (such as memory and CPU registers) and external I/O devices</a:t>
            </a:r>
          </a:p>
          <a:p>
            <a:r>
              <a:rPr lang="en-US" altLang="ko-KR" sz="2000"/>
              <a:t>Resolves the </a:t>
            </a:r>
            <a:r>
              <a:rPr lang="en-US" altLang="ko-KR" sz="2000" i="1"/>
              <a:t>differences</a:t>
            </a:r>
            <a:r>
              <a:rPr lang="en-US" altLang="ko-KR" sz="2000"/>
              <a:t>  between the computer and peripheral devices</a:t>
            </a:r>
          </a:p>
          <a:p>
            <a:pPr lvl="1"/>
            <a:r>
              <a:rPr lang="en-US" altLang="ko-KR" sz="1600"/>
              <a:t>Peripherals – Electromechanical/Electromagnetic Devices </a:t>
            </a:r>
          </a:p>
          <a:p>
            <a:pPr lvl="1"/>
            <a:r>
              <a:rPr lang="en-US" altLang="ko-KR" sz="1600"/>
              <a:t>CPU or Memory - Electronic Device</a:t>
            </a:r>
          </a:p>
          <a:p>
            <a:pPr lvl="3"/>
            <a:r>
              <a:rPr lang="en-US" altLang="ko-KR" sz="1200"/>
              <a:t>Conversion of signal values required</a:t>
            </a:r>
          </a:p>
          <a:p>
            <a:pPr lvl="1"/>
            <a:r>
              <a:rPr lang="en-US" altLang="ko-KR" sz="1600"/>
              <a:t>Data Transfer Rate </a:t>
            </a:r>
          </a:p>
          <a:p>
            <a:pPr lvl="2"/>
            <a:r>
              <a:rPr lang="en-US" altLang="ko-KR" sz="1600"/>
              <a:t>Peripherals - Usually slower </a:t>
            </a:r>
          </a:p>
          <a:p>
            <a:pPr lvl="2"/>
            <a:r>
              <a:rPr lang="en-US" altLang="ko-KR" sz="1600"/>
              <a:t>CPU or Memory - Usually faster than peripherals</a:t>
            </a:r>
          </a:p>
          <a:p>
            <a:pPr lvl="3"/>
            <a:r>
              <a:rPr lang="en-US" altLang="ko-KR" sz="1200"/>
              <a:t>Some kinds of Synchronization mechanism may be needed</a:t>
            </a:r>
          </a:p>
          <a:p>
            <a:pPr lvl="1">
              <a:buFontTx/>
              <a:buNone/>
            </a:pPr>
            <a:endParaRPr lang="en-US" altLang="ko-KR" sz="1600"/>
          </a:p>
          <a:p>
            <a:pPr lvl="1"/>
            <a:r>
              <a:rPr lang="en-US" altLang="ko-KR" sz="1600"/>
              <a:t> Unit of Information</a:t>
            </a:r>
          </a:p>
          <a:p>
            <a:pPr lvl="2"/>
            <a:r>
              <a:rPr lang="en-US" altLang="ko-KR" sz="1600"/>
              <a:t>Peripherals – Byte, Block, …</a:t>
            </a:r>
          </a:p>
          <a:p>
            <a:pPr lvl="2"/>
            <a:r>
              <a:rPr lang="en-US" altLang="ko-KR" sz="1600"/>
              <a:t>CPU or Memory – Word</a:t>
            </a:r>
          </a:p>
          <a:p>
            <a:pPr lvl="2"/>
            <a:endParaRPr lang="en-US" altLang="ko-KR" sz="1600"/>
          </a:p>
          <a:p>
            <a:pPr lvl="1"/>
            <a:r>
              <a:rPr lang="en-US" altLang="ko-KR" sz="1600"/>
              <a:t>Data representations and operating modes may differ</a:t>
            </a:r>
            <a:endParaRPr lang="en-US" altLang="ko-KR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2400" y="815975"/>
            <a:ext cx="7073900" cy="5504378"/>
          </a:xfrm>
          <a:prstGeom prst="rect">
            <a:avLst/>
          </a:prstGeom>
          <a:noFill/>
          <a:ln w="25400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36538"/>
            <a:ext cx="8229600" cy="385762"/>
          </a:xfrm>
        </p:spPr>
        <p:txBody>
          <a:bodyPr>
            <a:normAutofit fontScale="90000"/>
          </a:bodyPr>
          <a:lstStyle/>
          <a:p>
            <a:r>
              <a:rPr lang="en-US" dirty="0"/>
              <a:t>Device Interface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7850" y="1552575"/>
            <a:ext cx="8496300" cy="3752850"/>
          </a:xfrm>
          <a:prstGeom prst="rect">
            <a:avLst/>
          </a:prstGeom>
          <a:noFill/>
          <a:ln w="25400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340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</vt:lpstr>
      <vt:lpstr>INPUT-OUTPUT  ORGANIZATION</vt:lpstr>
      <vt:lpstr>PERIPHERAL  DEVICES</vt:lpstr>
      <vt:lpstr>Input Output Interface</vt:lpstr>
      <vt:lpstr>A Single Bus System</vt:lpstr>
      <vt:lpstr>Generic Model of I/O Module</vt:lpstr>
      <vt:lpstr>INPUT/OUTPUT  INTERFACE</vt:lpstr>
      <vt:lpstr>PowerPoint Presentation</vt:lpstr>
      <vt:lpstr>Device Interface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39</cp:revision>
  <dcterms:created xsi:type="dcterms:W3CDTF">2020-06-18T04:00:41Z</dcterms:created>
  <dcterms:modified xsi:type="dcterms:W3CDTF">2020-07-21T14:29:33Z</dcterms:modified>
</cp:coreProperties>
</file>