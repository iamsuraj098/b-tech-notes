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32" r:id="rId3"/>
    <p:sldId id="333" r:id="rId4"/>
    <p:sldId id="335" r:id="rId5"/>
    <p:sldId id="336" r:id="rId6"/>
    <p:sldId id="337" r:id="rId7"/>
    <p:sldId id="370" r:id="rId8"/>
    <p:sldId id="371" r:id="rId9"/>
    <p:sldId id="2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3793C-9F6E-4CE1-B94E-78F167BB0663}" type="datetimeFigureOut">
              <a:rPr lang="en-US" smtClean="0"/>
              <a:t>8/16/2020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AF78A-2270-4721-AA5A-1B675F5A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19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4A7E-81F0-4134-BD15-5C170C069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CD674-A3BA-4C42-9005-763EDB025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A7EDD-DFA4-4A1A-83E3-25AA585B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DDD35-3124-45BE-8281-89DADE36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DDAB-06E4-4EA3-94AC-1B24D066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9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C73F-1D55-4331-B6FC-3AA2B609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E085-C58E-496B-98D7-1B99D1C33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2F368-288E-4BA1-BE87-29FB8F83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50FE-6DBD-4289-9511-5D05D19C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A08E-4AE5-4672-8C44-34B86EEC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47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2352-8481-41AD-8AC0-D532E19E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68B2E-6852-4395-B254-EEA800955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FC224-D401-4126-8A4C-A88089EB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A6F80-1254-4085-9631-EF3BFB21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5BEC7-7EFD-4172-A6EB-324F550B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7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B8EF-7756-480B-8AC4-884B456A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0B1B-47A0-4232-BAF8-F717551F6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325D-5F45-4CA3-ABCC-3A07EE07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3B7B7-5A8B-48EE-8F45-38809D0A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7EE25-F5A8-40CF-AED4-6A8B4153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EF098-D06A-4D79-A934-F11F1217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0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17B3-8B64-4F56-9165-9D1F1B69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2F572-116B-4FBC-80A1-B160E910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DAA3B-BF40-498F-910E-D6FE62C72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7089C-079C-4C6E-9481-3975BCB5D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D0D08-DF36-4271-880D-5E9F0DBDE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17495-0CEE-4E07-B1EE-B6519BFE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416FD-C3A3-4B77-9678-C5082E62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E038-F659-4CEC-893C-EE00681F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EC38-A637-413A-ADAE-BE0CFC8B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CF607-1E75-4E3B-9910-AF15505B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C001C-1627-4AD3-A0D3-B3339FC1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E4DC-41E9-49A6-9047-6E1F7BF3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CE46B-A1F2-4FE7-BE62-EA0E275D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188AA1-14B3-435D-88D6-94512D0E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83966-455F-4672-A770-38992392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9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7F8D-EF09-4BE8-A8AA-A3E2AB64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90AC-FF6F-4700-8FDC-3A3EC0FF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19B4C-AF9F-4A5E-9702-FB58A7B26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8C2B0-1797-4CA4-91C5-DF4B4A45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09123-8FCE-4335-90FF-B38FF427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15DF9-1BB0-4D73-8CE7-BE42FC1A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6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001E-159E-4C6B-904E-108CE8ECF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E07AB-277F-44EB-9550-9E948F6ED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C6601-2A79-4B56-9BD2-9FFCD85C1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6FD8E-BD42-4380-A704-79AD7BEB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04562-B91A-4A31-B18F-2CE9197E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7E42-70ED-44AC-8D83-F71879FFE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92E7-DD2D-4D70-82F6-D9725B37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7CEF2-37E8-4EA3-895A-13883A216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F8EF2-460E-4E7D-A56E-13C49CA0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E7C8-D345-4CEE-B7B9-E056DB78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00CDD-B8DE-434D-8CD1-8D73E046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4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BF484-8DF8-4359-A45F-3550A7C91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12163-A279-4DFE-9D2D-E78F9BB20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9479B-855F-41CF-8B9D-86AEE460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E8C7C-204E-4E9D-B2DF-712E4B42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7DAE8-C3F7-47A0-ACCB-36C329E6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0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63EC23-EE39-4728-B8BB-EAA61850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CCE27-E475-4C15-9FE6-8CAEA1D4E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445BA-1B4C-44B9-8E59-F3B0BDD73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64072-6A20-4DBD-9873-382B57A9CEBC}" type="datetimeFigureOut">
              <a:rPr lang="en-US" smtClean="0"/>
              <a:t>8/16/2020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75FA0-C085-4441-B672-E2C970C43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23047-2BBF-4763-A0EE-1941F70D5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2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0700D48D-C9AA-4000-A912-29A4FEA98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5138" y="394887"/>
            <a:ext cx="5720862" cy="606822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DA4F3-9EF8-4369-8046-62460F132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604" y="1053042"/>
            <a:ext cx="4458424" cy="3068357"/>
          </a:xfrm>
        </p:spPr>
        <p:txBody>
          <a:bodyPr>
            <a:normAutofit/>
          </a:bodyPr>
          <a:lstStyle/>
          <a:p>
            <a:pPr algn="l"/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F6E6A-CA2C-4D7C-95F1-0463554CE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604" y="4292070"/>
            <a:ext cx="4458424" cy="1512888"/>
          </a:xfrm>
        </p:spPr>
        <p:txBody>
          <a:bodyPr>
            <a:normAutofit/>
          </a:bodyPr>
          <a:lstStyle/>
          <a:p>
            <a:pPr algn="l"/>
            <a:r>
              <a:rPr lang="en-US" sz="1500">
                <a:solidFill>
                  <a:srgbClr val="ABCD81"/>
                </a:solidFill>
              </a:rPr>
              <a:t>Dr. Rizwan Khan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Head – Department of Computer Science and Engineering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(An NBA Accredited Program)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ABES Institute of Technology, Ghaziabad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05E69BC-D844-4AB5-9E35-ED458EE29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184178" y="1874520"/>
            <a:ext cx="0" cy="310896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312C673-8179-457E-AD2A-D1FAE4CC9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14009" y="4201833"/>
            <a:ext cx="3400425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6B5078-279F-496A-B100-835C91465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047617"/>
              </p:ext>
            </p:extLst>
          </p:nvPr>
        </p:nvGraphicFramePr>
        <p:xfrm>
          <a:off x="7517296" y="1053042"/>
          <a:ext cx="39991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192">
                  <a:extLst>
                    <a:ext uri="{9D8B030D-6E8A-4147-A177-3AD203B41FA5}">
                      <a16:colId xmlns:a16="http://schemas.microsoft.com/office/drawing/2014/main" val="3518561318"/>
                    </a:ext>
                  </a:extLst>
                </a:gridCol>
              </a:tblGrid>
              <a:tr h="1474163">
                <a:tc>
                  <a:txBody>
                    <a:bodyPr/>
                    <a:lstStyle/>
                    <a:p>
                      <a:r>
                        <a:rPr lang="en-US" sz="3200" dirty="0"/>
                        <a:t>COMPUTER ORGANIZATION AND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24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93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0"/>
    </mc:Choice>
    <mc:Fallback xmlns="">
      <p:transition spd="slow" advTm="75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38301" y="4414839"/>
            <a:ext cx="8897257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225" y="715963"/>
            <a:ext cx="8809038" cy="5498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Chapter 12 Problems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5922737" y="4526643"/>
            <a:ext cx="3236685" cy="638628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</a:pPr>
            <a:endParaRPr kumimoji="1" lang="en-US" sz="1100" b="1">
              <a:latin typeface="Arial" pitchFamily="34" charset="0"/>
              <a:ea typeface="굴림" pitchFamily="50" charset="-127"/>
            </a:endParaRPr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0700" y="1676400"/>
            <a:ext cx="8553450" cy="16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8776" y="4200525"/>
            <a:ext cx="9039225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0701" y="1800225"/>
            <a:ext cx="8515350" cy="1363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3414714"/>
            <a:ext cx="9144000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38300" y="1962150"/>
            <a:ext cx="8839200" cy="850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1" y="3138489"/>
            <a:ext cx="9058275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1" y="1042988"/>
            <a:ext cx="8515349" cy="2186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4976" y="3357564"/>
            <a:ext cx="8963025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5450" y="1176339"/>
            <a:ext cx="8763000" cy="1654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1700" y="285751"/>
            <a:ext cx="8172450" cy="2640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68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4143375"/>
            <a:ext cx="8572500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1176" y="1147764"/>
            <a:ext cx="8582025" cy="601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78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77356" y="3119440"/>
            <a:ext cx="8738245" cy="1357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thank you pic for ppt">
            <a:extLst>
              <a:ext uri="{FF2B5EF4-FFF2-40B4-BE49-F238E27FC236}">
                <a16:creationId xmlns:a16="http://schemas.microsoft.com/office/drawing/2014/main" id="{1D5CBD28-F489-4298-BC2F-4254CD77B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0" y="1690688"/>
            <a:ext cx="3882887" cy="278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800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32</Words>
  <Application>Microsoft Office PowerPoint</Application>
  <PresentationFormat>Widescreen</PresentationFormat>
  <Paragraphs>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 </vt:lpstr>
      <vt:lpstr>Chapter 12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by Dr. Rizwan Khan</dc:title>
  <dc:creator>arun pandey</dc:creator>
  <cp:lastModifiedBy>admin</cp:lastModifiedBy>
  <cp:revision>40</cp:revision>
  <dcterms:created xsi:type="dcterms:W3CDTF">2020-06-18T04:00:41Z</dcterms:created>
  <dcterms:modified xsi:type="dcterms:W3CDTF">2020-08-16T11:22:31Z</dcterms:modified>
</cp:coreProperties>
</file>