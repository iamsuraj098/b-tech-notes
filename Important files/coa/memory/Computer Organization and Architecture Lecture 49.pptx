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425" r:id="rId3"/>
    <p:sldId id="426" r:id="rId4"/>
    <p:sldId id="367" r:id="rId5"/>
    <p:sldId id="368" r:id="rId6"/>
    <p:sldId id="369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Counting Based Page Replacement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24252" y="2017713"/>
            <a:ext cx="8654837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Least Frequently used (LFU) page-replacement algorithm </a:t>
            </a:r>
          </a:p>
          <a:p>
            <a:endParaRPr lang="en-US" dirty="0"/>
          </a:p>
          <a:p>
            <a:r>
              <a:rPr lang="en-US" dirty="0"/>
              <a:t>Most frequently used (MFU) page-replacement algorithm</a:t>
            </a:r>
          </a:p>
          <a:p>
            <a:endParaRPr lang="en-US" dirty="0"/>
          </a:p>
          <a:p>
            <a:r>
              <a:rPr lang="en-US" dirty="0"/>
              <a:t>When there is a tie, use FIFO</a:t>
            </a:r>
          </a:p>
        </p:txBody>
      </p:sp>
    </p:spTree>
    <p:extLst>
      <p:ext uri="{BB962C8B-B14F-4D97-AF65-F5344CB8AC3E}">
        <p14:creationId xmlns:p14="http://schemas.microsoft.com/office/powerpoint/2010/main" val="87726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/>
              <a:t>Least Frequently used (LFU)</a:t>
            </a:r>
          </a:p>
        </p:txBody>
      </p:sp>
      <p:graphicFrame>
        <p:nvGraphicFramePr>
          <p:cNvPr id="138243" name="Group 3"/>
          <p:cNvGraphicFramePr>
            <a:graphicFrameLocks noGrp="1"/>
          </p:cNvGraphicFramePr>
          <p:nvPr>
            <p:ph idx="4294967295"/>
          </p:nvPr>
        </p:nvGraphicFramePr>
        <p:xfrm>
          <a:off x="1992573" y="1340656"/>
          <a:ext cx="8293296" cy="5029200"/>
        </p:xfrm>
        <a:graphic>
          <a:graphicData uri="http://schemas.openxmlformats.org/drawingml/2006/table">
            <a:tbl>
              <a:tblPr/>
              <a:tblGrid>
                <a:gridCol w="69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911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REF.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String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B2B2B2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02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/>
              <a:t>12-20</a:t>
            </a:r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7450" y="1009650"/>
            <a:ext cx="64389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1650" y="3586164"/>
            <a:ext cx="8896350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/>
              <a:t>12-21</a:t>
            </a:r>
          </a:p>
        </p:txBody>
      </p:sp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1188" y="1119188"/>
            <a:ext cx="8426978" cy="297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r>
              <a:rPr lang="en-US" dirty="0"/>
              <a:t>12-21 Solution</a:t>
            </a: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3272" y="1123950"/>
            <a:ext cx="8829478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166</Words>
  <Application>Microsoft Office PowerPoint</Application>
  <PresentationFormat>Widescreen</PresentationFormat>
  <Paragraphs>114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Tahoma</vt:lpstr>
      <vt:lpstr>Wingdings</vt:lpstr>
      <vt:lpstr>Office Theme</vt:lpstr>
      <vt:lpstr> </vt:lpstr>
      <vt:lpstr>Counting Based Page Replacement</vt:lpstr>
      <vt:lpstr>Least Frequently used (LFU)</vt:lpstr>
      <vt:lpstr>12-20</vt:lpstr>
      <vt:lpstr>12-21</vt:lpstr>
      <vt:lpstr>12-21 Solution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38</cp:revision>
  <dcterms:created xsi:type="dcterms:W3CDTF">2020-06-18T04:00:41Z</dcterms:created>
  <dcterms:modified xsi:type="dcterms:W3CDTF">2020-08-13T06:57:34Z</dcterms:modified>
</cp:coreProperties>
</file>