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432" r:id="rId3"/>
    <p:sldId id="431" r:id="rId4"/>
    <p:sldId id="429" r:id="rId5"/>
    <p:sldId id="430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3D MEMORY ORGANIZATION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17" y="876300"/>
            <a:ext cx="8525133" cy="492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805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3D MEMORY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700" y="982640"/>
            <a:ext cx="8629650" cy="5418160"/>
          </a:xfrm>
        </p:spPr>
        <p:txBody>
          <a:bodyPr/>
          <a:lstStyle/>
          <a:p>
            <a:r>
              <a:rPr lang="en-US" sz="1800" dirty="0"/>
              <a:t> For an n-bit MAR in 2D organization the word lines are linearly selected and hence the number of decoder gates is 2</a:t>
            </a:r>
            <a:r>
              <a:rPr lang="en-US" sz="1800" baseline="30000" dirty="0"/>
              <a:t>n</a:t>
            </a:r>
            <a:r>
              <a:rPr lang="en-US" sz="1800" dirty="0"/>
              <a:t> . </a:t>
            </a:r>
          </a:p>
          <a:p>
            <a:r>
              <a:rPr lang="en-US" sz="1800" dirty="0"/>
              <a:t>By contrast, in 3D organization, the number of decoder gates reduces to 2.2</a:t>
            </a:r>
            <a:r>
              <a:rPr lang="en-US" sz="1800" baseline="30000" dirty="0"/>
              <a:t>n/2</a:t>
            </a:r>
            <a:r>
              <a:rPr lang="en-US" sz="1800" dirty="0"/>
              <a:t>  for x = y = n/2. Such saving in the circuit cost has motivated the designers to design 3D organized memory cell array.</a:t>
            </a:r>
          </a:p>
          <a:p>
            <a:r>
              <a:rPr lang="en-US" sz="1800" dirty="0"/>
              <a:t> The n-bit address is divided into two parts having x and y number of bits. For a square array, each half is decoded and 2</a:t>
            </a:r>
            <a:r>
              <a:rPr lang="en-US" sz="1800" baseline="30000" dirty="0"/>
              <a:t>n/2</a:t>
            </a:r>
            <a:r>
              <a:rPr lang="en-US" sz="1800" dirty="0"/>
              <a:t>  X and Y drive lines are fed into each array of bit plane. </a:t>
            </a:r>
          </a:p>
          <a:p>
            <a:r>
              <a:rPr lang="en-US" sz="1800" dirty="0"/>
              <a:t>For b-bit word memory, there are b number of planes each referring to a bit. </a:t>
            </a:r>
          </a:p>
          <a:p>
            <a:r>
              <a:rPr lang="en-US" sz="1800" dirty="0"/>
              <a:t>Corresponding to each bit plane there is a sense/write circuit. The read/write operations in 3D organization is same as to 2D with the modifications that a cell in a bit plane is selected by activating X and Y drive lines simultaneously, and bit information passed through the selected cell in a bit plane. </a:t>
            </a:r>
          </a:p>
          <a:p>
            <a:r>
              <a:rPr lang="en-US" sz="1800" dirty="0"/>
              <a:t>Thus each cell in the array needs 3 terminals – X, Y and bit line connected to sense/write circuit.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More the number of terminals (wires) through a cell, larger the cell size and consequently switching speed is less. Also, the design of the overall circuit becomes very complex.</a:t>
            </a:r>
          </a:p>
        </p:txBody>
      </p:sp>
    </p:spTree>
    <p:extLst>
      <p:ext uri="{BB962C8B-B14F-4D97-AF65-F5344CB8AC3E}">
        <p14:creationId xmlns:p14="http://schemas.microsoft.com/office/powerpoint/2010/main" val="185309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2½D MEMORY ORGANIZATION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227" y="859524"/>
            <a:ext cx="8612874" cy="5487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3658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2½D MEMORY ORGANIZATION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070" y="1023582"/>
            <a:ext cx="8748215" cy="5390866"/>
          </a:xfrm>
        </p:spPr>
        <p:txBody>
          <a:bodyPr/>
          <a:lstStyle/>
          <a:p>
            <a:r>
              <a:rPr lang="en-US" sz="1800" dirty="0"/>
              <a:t> To cope up the above difficulties experienced in 3D organization, the design of 2.5D memory organization has evolved which combines the function of bit lines and Y drive lines.  </a:t>
            </a:r>
          </a:p>
          <a:p>
            <a:r>
              <a:rPr lang="en-US" sz="1800" dirty="0"/>
              <a:t>In 2.5D organization there exists a segment, corresponding to bit plane of 3D organization. </a:t>
            </a:r>
          </a:p>
          <a:p>
            <a:r>
              <a:rPr lang="en-US" sz="1800" dirty="0"/>
              <a:t>The content of MAR is divided into two parts–x and y number of bits. </a:t>
            </a:r>
          </a:p>
          <a:p>
            <a:r>
              <a:rPr lang="en-US" sz="1800" dirty="0"/>
              <a:t>The number of segments S is equal to 2</a:t>
            </a:r>
            <a:r>
              <a:rPr lang="en-US" sz="1800" baseline="30000" dirty="0"/>
              <a:t>y</a:t>
            </a:r>
            <a:r>
              <a:rPr lang="en-US" sz="1800" dirty="0"/>
              <a:t> . </a:t>
            </a:r>
          </a:p>
          <a:p>
            <a:r>
              <a:rPr lang="en-US" sz="1800" dirty="0"/>
              <a:t>X = 2</a:t>
            </a:r>
            <a:r>
              <a:rPr lang="en-US" sz="1800" baseline="30000" dirty="0"/>
              <a:t>x</a:t>
            </a:r>
            <a:r>
              <a:rPr lang="en-US" sz="1800" dirty="0"/>
              <a:t>  drive lines are fed into the cell array and y number of bits decode one bit line out of S lines fed into a segment of the array. In total, there are </a:t>
            </a:r>
            <a:r>
              <a:rPr lang="en-US" sz="1800" dirty="0" err="1"/>
              <a:t>Sb</a:t>
            </a:r>
            <a:r>
              <a:rPr lang="en-US" sz="1800" dirty="0"/>
              <a:t> number of bit lines for a b bit per word memory.</a:t>
            </a:r>
          </a:p>
          <a:p>
            <a:r>
              <a:rPr lang="en-US" sz="1800" dirty="0"/>
              <a:t> Thus for any given address in the MAR, the column decoder decodes b out of </a:t>
            </a:r>
            <a:r>
              <a:rPr lang="en-US" sz="1800" dirty="0" err="1"/>
              <a:t>Sb</a:t>
            </a:r>
            <a:r>
              <a:rPr lang="en-US" sz="1800" dirty="0"/>
              <a:t> bit lines by using the y bits of the MAR while a particular word line is activated by using the x bits. </a:t>
            </a:r>
          </a:p>
          <a:p>
            <a:r>
              <a:rPr lang="en-US" sz="1800" dirty="0"/>
              <a:t>Thus only the b number of bits in the array are accessed by enabling the word line and b number of bit lines simultaneously. </a:t>
            </a:r>
          </a:p>
          <a:p>
            <a:r>
              <a:rPr lang="en-US" sz="1800" dirty="0"/>
              <a:t> Though 2.5D organized memory may need lesser chip decoding logic, it suffers from one drawback. With high density chips, a simple failure, such as external pin connection opening or a failure on one bit can render the entire chip inoperative.</a:t>
            </a:r>
          </a:p>
        </p:txBody>
      </p:sp>
    </p:spTree>
    <p:extLst>
      <p:ext uri="{BB962C8B-B14F-4D97-AF65-F5344CB8AC3E}">
        <p14:creationId xmlns:p14="http://schemas.microsoft.com/office/powerpoint/2010/main" val="3174232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529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</vt:lpstr>
      <vt:lpstr>3D MEMORY ORGANIZATION</vt:lpstr>
      <vt:lpstr>3D MEMORY ORGANIZATION</vt:lpstr>
      <vt:lpstr>2½D MEMORY ORGANIZATION </vt:lpstr>
      <vt:lpstr>2½D MEMORY ORGANIZATION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41</cp:revision>
  <dcterms:created xsi:type="dcterms:W3CDTF">2020-06-18T04:00:41Z</dcterms:created>
  <dcterms:modified xsi:type="dcterms:W3CDTF">2020-09-16T06:23:08Z</dcterms:modified>
</cp:coreProperties>
</file>