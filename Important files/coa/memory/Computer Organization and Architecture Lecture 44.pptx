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391" r:id="rId3"/>
    <p:sldId id="27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E3793C-9F6E-4CE1-B94E-78F167BB0663}" type="datetimeFigureOut">
              <a:rPr lang="en-US" smtClean="0"/>
              <a:t>8/21/2020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AF78A-2270-4721-AA5A-1B675F5A1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719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4A7E-81F0-4134-BD15-5C170C069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BCD674-A3BA-4C42-9005-763EDB025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A7EDD-DFA4-4A1A-83E3-25AA585B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DDD35-3124-45BE-8281-89DADE36D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4DDAB-06E4-4EA3-94AC-1B24D0666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498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3C73F-1D55-4331-B6FC-3AA2B609F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E085-C58E-496B-98D7-1B99D1C33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2F368-288E-4BA1-BE87-29FB8F830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250FE-6DBD-4289-9511-5D05D19CF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0A08E-4AE5-4672-8C44-34B86EEC8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247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2352-8481-41AD-8AC0-D532E19E6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68B2E-6852-4395-B254-EEA800955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FC224-D401-4126-8A4C-A88089EB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A6F80-1254-4085-9631-EF3BFB215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5BEC7-7EFD-4172-A6EB-324F550B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76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1B8EF-7756-480B-8AC4-884B456AD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D0B1B-47A0-4232-BAF8-F717551F6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A325D-5F45-4CA3-ABCC-3A07EE07C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3B7B7-5A8B-48EE-8F45-38809D0A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7EE25-F5A8-40CF-AED4-6A8B4153C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EF098-D06A-4D79-A934-F11F1217A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07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817B3-8B64-4F56-9165-9D1F1B699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2F572-116B-4FBC-80A1-B160E910E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DAA3B-BF40-498F-910E-D6FE62C72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37089C-079C-4C6E-9481-3975BCB5DE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8D0D08-DF36-4271-880D-5E9F0DBDE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D17495-0CEE-4E07-B1EE-B6519BFE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8/21/2020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8416FD-C3A3-4B77-9678-C5082E628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E038-F659-4CEC-893C-EE00681F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3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5EC38-A637-413A-ADAE-BE0CFC8B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9CF607-1E75-4E3B-9910-AF15505B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8/21/2020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8C001C-1627-4AD3-A0D3-B3339FC11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3E4DC-41E9-49A6-9047-6E1F7BF3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2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CCE46B-A1F2-4FE7-BE62-EA0E275D0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8/21/2020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188AA1-14B3-435D-88D6-94512D0E8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83966-455F-4672-A770-38992392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9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7F8D-EF09-4BE8-A8AA-A3E2AB642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B90AC-FF6F-4700-8FDC-3A3EC0FF8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719B4C-AF9F-4A5E-9702-FB58A7B26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8C2B0-1797-4CA4-91C5-DF4B4A45F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09123-8FCE-4335-90FF-B38FF4278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15DF9-1BB0-4D73-8CE7-BE42FC1A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67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0001E-159E-4C6B-904E-108CE8ECF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FE07AB-277F-44EB-9550-9E948F6ED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C6601-2A79-4B56-9BD2-9FFCD85C1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6FD8E-BD42-4380-A704-79AD7BEB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04562-B91A-4A31-B18F-2CE9197E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97E42-70ED-44AC-8D83-F71879FFE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27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792E7-DD2D-4D70-82F6-D9725B371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7CEF2-37E8-4EA3-895A-13883A216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F8EF2-460E-4E7D-A56E-13C49CA01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DE7C8-D345-4CEE-B7B9-E056DB78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00CDD-B8DE-434D-8CD1-8D73E046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48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1BF484-8DF8-4359-A45F-3550A7C91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12163-A279-4DFE-9D2D-E78F9BB20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9479B-855F-41CF-8B9D-86AEE4604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64072-6A20-4DBD-9873-382B57A9CEBC}" type="datetimeFigureOut">
              <a:rPr lang="en-US" smtClean="0"/>
              <a:t>8/21/2020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E8C7C-204E-4E9D-B2DF-712E4B427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7DAE8-C3F7-47A0-ACCB-36C329E6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0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63EC23-EE39-4728-B8BB-EAA61850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CCE27-E475-4C15-9FE6-8CAEA1D4E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445BA-1B4C-44B9-8E59-F3B0BDD73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64072-6A20-4DBD-9873-382B57A9CEBC}" type="datetimeFigureOut">
              <a:rPr lang="en-US" smtClean="0"/>
              <a:t>8/21/2020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75FA0-C085-4441-B672-E2C970C43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23047-2BBF-4763-A0EE-1941F70D5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914E4-B421-41C6-A5C3-592ADA163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2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0700D48D-C9AA-4000-A912-29A4FEA98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5138" y="394887"/>
            <a:ext cx="5720862" cy="606822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DA4F3-9EF8-4369-8046-62460F132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604" y="1053042"/>
            <a:ext cx="4458424" cy="3068357"/>
          </a:xfrm>
        </p:spPr>
        <p:txBody>
          <a:bodyPr>
            <a:normAutofit/>
          </a:bodyPr>
          <a:lstStyle/>
          <a:p>
            <a:pPr algn="l"/>
            <a:br>
              <a:rPr lang="en-US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F6E6A-CA2C-4D7C-95F1-0463554CE7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604" y="4292070"/>
            <a:ext cx="4458424" cy="1512888"/>
          </a:xfrm>
        </p:spPr>
        <p:txBody>
          <a:bodyPr>
            <a:normAutofit/>
          </a:bodyPr>
          <a:lstStyle/>
          <a:p>
            <a:pPr algn="l"/>
            <a:r>
              <a:rPr lang="en-US" sz="1500">
                <a:solidFill>
                  <a:srgbClr val="ABCD81"/>
                </a:solidFill>
              </a:rPr>
              <a:t>Dr. Rizwan Khan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Head – Department of Computer Science and Engineering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(An NBA Accredited Program)</a:t>
            </a:r>
          </a:p>
          <a:p>
            <a:pPr algn="l"/>
            <a:r>
              <a:rPr lang="en-US" sz="1500">
                <a:solidFill>
                  <a:srgbClr val="ABCD81"/>
                </a:solidFill>
              </a:rPr>
              <a:t>ABES Institute of Technology, Ghaziabad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805E69BC-D844-4AB5-9E35-ED458EE29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9184178" y="1874520"/>
            <a:ext cx="0" cy="310896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312C673-8179-457E-AD2A-D1FAE4CC9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14009" y="4201833"/>
            <a:ext cx="3400425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6B5078-279F-496A-B100-835C91465B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047617"/>
              </p:ext>
            </p:extLst>
          </p:nvPr>
        </p:nvGraphicFramePr>
        <p:xfrm>
          <a:off x="7517296" y="1053042"/>
          <a:ext cx="399919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9192">
                  <a:extLst>
                    <a:ext uri="{9D8B030D-6E8A-4147-A177-3AD203B41FA5}">
                      <a16:colId xmlns:a16="http://schemas.microsoft.com/office/drawing/2014/main" val="3518561318"/>
                    </a:ext>
                  </a:extLst>
                </a:gridCol>
              </a:tblGrid>
              <a:tr h="1474163">
                <a:tc>
                  <a:txBody>
                    <a:bodyPr/>
                    <a:lstStyle/>
                    <a:p>
                      <a:r>
                        <a:rPr lang="en-US" sz="3200" dirty="0"/>
                        <a:t>COMPUTER ORGANIZATION AND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247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793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30"/>
    </mc:Choice>
    <mc:Fallback xmlns="">
      <p:transition spd="slow" advTm="753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225" y="220663"/>
            <a:ext cx="8809038" cy="54989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REPLACEMENT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1066800"/>
            <a:ext cx="8915400" cy="5486400"/>
          </a:xfrm>
        </p:spPr>
        <p:txBody>
          <a:bodyPr/>
          <a:lstStyle/>
          <a:p>
            <a:r>
              <a:rPr lang="en-US" sz="2000" dirty="0"/>
              <a:t>LRU</a:t>
            </a:r>
          </a:p>
          <a:p>
            <a:pPr lvl="1"/>
            <a:r>
              <a:rPr lang="en-US" sz="1600" dirty="0"/>
              <a:t>the cache block that has been recently used the least is selected for replacement</a:t>
            </a:r>
          </a:p>
          <a:p>
            <a:r>
              <a:rPr lang="en-US" sz="2000" dirty="0"/>
              <a:t>LFU</a:t>
            </a:r>
          </a:p>
          <a:p>
            <a:pPr lvl="1"/>
            <a:r>
              <a:rPr lang="en-US" sz="1600" dirty="0"/>
              <a:t>replaces the block in the set that has been referenced the least number of times. </a:t>
            </a:r>
          </a:p>
          <a:p>
            <a:pPr lvl="1"/>
            <a:r>
              <a:rPr lang="en-US" sz="1600" dirty="0"/>
              <a:t>Implementation of LFU requires a counter associated with each cache line.</a:t>
            </a:r>
          </a:p>
          <a:p>
            <a:r>
              <a:rPr lang="en-US" sz="2000" dirty="0"/>
              <a:t>FIFO</a:t>
            </a:r>
          </a:p>
          <a:p>
            <a:pPr lvl="1"/>
            <a:r>
              <a:rPr lang="en-US" sz="1600" dirty="0"/>
              <a:t>replaces the block that has been in the set for the longest time. </a:t>
            </a:r>
          </a:p>
          <a:p>
            <a:pPr lvl="1"/>
            <a:r>
              <a:rPr lang="en-US" sz="1600" dirty="0"/>
              <a:t>FIFO policy can be implemented using a circular buffer.</a:t>
            </a:r>
          </a:p>
          <a:p>
            <a:r>
              <a:rPr lang="en-US" sz="2000" dirty="0"/>
              <a:t>RANDOM</a:t>
            </a:r>
          </a:p>
          <a:p>
            <a:pPr lvl="1"/>
            <a:r>
              <a:rPr lang="en-US" sz="1600" dirty="0"/>
              <a:t>random selection of a cache block for replacement is done based on the output of the random number generator at the time of replacement. </a:t>
            </a:r>
          </a:p>
          <a:p>
            <a:pPr lvl="1"/>
            <a:r>
              <a:rPr lang="en-US" sz="1600" dirty="0"/>
              <a:t>This technique is simple and does not require much additional overhead</a:t>
            </a:r>
          </a:p>
          <a:p>
            <a:r>
              <a:rPr lang="en-US" sz="2000" dirty="0"/>
              <a:t>OPTIMAL</a:t>
            </a:r>
          </a:p>
          <a:p>
            <a:pPr lvl="1"/>
            <a:r>
              <a:rPr lang="en-US" sz="1600" dirty="0"/>
              <a:t>The optimal replacement policy is not practical, but is used for comparison purposes to determine how effective other replacement policies are to the best possible. </a:t>
            </a:r>
          </a:p>
          <a:p>
            <a:pPr lvl="1"/>
            <a:r>
              <a:rPr lang="en-US" sz="1600" dirty="0"/>
              <a:t>The optimal replacement policy is determined only after a program has already executed, and so it is of little help to a running program</a:t>
            </a:r>
          </a:p>
        </p:txBody>
      </p:sp>
    </p:spTree>
    <p:extLst>
      <p:ext uri="{BB962C8B-B14F-4D97-AF65-F5344CB8AC3E}">
        <p14:creationId xmlns:p14="http://schemas.microsoft.com/office/powerpoint/2010/main" val="3868914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Image result for thank you pic for ppt">
            <a:extLst>
              <a:ext uri="{FF2B5EF4-FFF2-40B4-BE49-F238E27FC236}">
                <a16:creationId xmlns:a16="http://schemas.microsoft.com/office/drawing/2014/main" id="{1D5CBD28-F489-4298-BC2F-4254CD77B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860" y="1690688"/>
            <a:ext cx="3882887" cy="2786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1800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190</Words>
  <Application>Microsoft Office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 </vt:lpstr>
      <vt:lpstr>REPLACEMENT POLICIES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by Dr. Rizwan Khan</dc:title>
  <dc:creator>arun pandey</dc:creator>
  <cp:lastModifiedBy>admin</cp:lastModifiedBy>
  <cp:revision>39</cp:revision>
  <dcterms:created xsi:type="dcterms:W3CDTF">2020-06-18T04:00:41Z</dcterms:created>
  <dcterms:modified xsi:type="dcterms:W3CDTF">2020-08-21T09:36:56Z</dcterms:modified>
</cp:coreProperties>
</file>