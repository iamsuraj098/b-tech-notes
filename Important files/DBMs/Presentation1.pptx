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7488-D7BE-4BC1-269A-B20143F55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FB368-9311-E7E5-9630-3E14152D2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CF52E-1748-E123-776C-6864D2C8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F12D-E151-43E3-BC26-3C39D0DB25DC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2A553-D048-AF60-A05B-CB55842F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40022-6E22-E61E-F74A-87140B42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D006-6921-4B8B-BFAA-878A733E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901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A0E0-D935-7E1A-8C68-2B1497D3D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6060A-3BFD-84B9-44EC-E7EDA82FF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756AF-D4E7-43D9-CFC8-3C660DD42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F12D-E151-43E3-BC26-3C39D0DB25DC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B3776-45E2-BE19-2C50-92B9D755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2C931-AC33-4291-B500-EC4D255D4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D006-6921-4B8B-BFAA-878A733E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30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D1EDD-330F-A39C-D34D-138392C3A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0C269-B5C4-9087-7E7E-F4E27A3C5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B0F75-3421-CB54-43BE-C47BEF4F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F12D-E151-43E3-BC26-3C39D0DB25DC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BD9B9-FB29-FDC9-4F85-849C5525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67977-3462-94FB-250D-795D3C9B2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D006-6921-4B8B-BFAA-878A733E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734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755AA-D65E-B08D-B0E0-C6324497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D01A5-11DB-A36C-63B1-37DD351E0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DE49B-1E51-3E18-13DF-6967258D3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4B91F-1253-2181-C240-8858AAAC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F12D-E151-43E3-BC26-3C39D0DB25DC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91826-B055-9498-F39C-770FCD081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A76B5-F8C0-DB2D-53CB-6ED15569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D006-6921-4B8B-BFAA-878A733E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683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DF68F-5E9C-1E99-5D87-69FE6A257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681E0-2986-7B79-9D98-04FD85B72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644FC-0BFF-F71E-5816-CB0C38A6C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670F0-8A31-8826-1E17-B2BAC4D55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F4A432-A49C-8FEF-8061-F0B87B341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994FDD-041A-A3C6-1667-0EE2526F7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F12D-E151-43E3-BC26-3C39D0DB25DC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B4BBD-2727-CBC8-5BF4-5022A1CC2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CC9C6C-882E-073F-6834-16FAB288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D006-6921-4B8B-BFAA-878A733E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278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6F71A-C29E-2A60-7AA6-BDDE42ED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BDF22-5067-8957-09F4-BC7A3D6B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F12D-E151-43E3-BC26-3C39D0DB25DC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F067A-4226-3DB3-0190-6D95942E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71CF3-6D83-F9D0-0255-034B62561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D006-6921-4B8B-BFAA-878A733E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204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5F7C87-CF19-86A0-5528-ABA005115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F12D-E151-43E3-BC26-3C39D0DB25DC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C7233-B942-2E2F-4009-57AC5C9E3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A8785-7DD8-417B-0BF5-BFE696F7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D006-6921-4B8B-BFAA-878A733E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264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4E15-46D0-5C8D-CCCF-374F136EA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E0A36-3782-28EF-561A-709D36D92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BB599E-0BD2-B4EE-56CF-627B5B9FA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2D270-7437-83FD-AF88-C5092858D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F12D-E151-43E3-BC26-3C39D0DB25DC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AC370-4799-18C3-F71D-AFC786711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52DB9-2D9D-86BA-181D-46EBC167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D006-6921-4B8B-BFAA-878A733E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679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7C2F5-9F36-519D-78F2-6CBC644B3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287DDD-411E-5936-BCAB-C221C8BF9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83F2E-D7D0-4FE5-29AE-D0EC0AEB1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476A0-1EB2-B4FA-E63C-B0DB469D0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F12D-E151-43E3-BC26-3C39D0DB25DC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7B6FF-35EC-5A9B-CE27-C7E959C1A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D838F-35A4-8942-5EFF-C4130324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D006-6921-4B8B-BFAA-878A733E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226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F6AF-5D6C-A994-D73C-1F147A147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B05D8-1398-1331-3880-D8CFDE74A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DBDA3-492E-C382-30D6-CB0E1A6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F12D-E151-43E3-BC26-3C39D0DB25DC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03318-37A9-DA36-463B-17CE915C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9FE94-DA0C-83EA-D4C9-B4D988CB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D006-6921-4B8B-BFAA-878A733E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483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C9BD0C-A667-E280-4599-E5BC7B542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D511D-65DD-8D19-F1EC-81090F6D5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13A7D-C512-68DA-3AFB-35495F5B6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F12D-E151-43E3-BC26-3C39D0DB25DC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C4828-0BD9-D405-BCD9-D11FD87C5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2384F-E813-C739-AE4A-59746037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D006-6921-4B8B-BFAA-878A733E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976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0FBA6E-A6B0-1241-ABFF-6F137777E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33E8F-FD00-A7EE-5F6D-1BCA32FAA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03E22-1B63-F171-5D5D-F56E83116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2F12D-E151-43E3-BC26-3C39D0DB25DC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CDD6D-91E8-24BB-24AE-8F0D9CA2C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DFCB9-BF6F-4CD5-7B3F-6124DA616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5D006-6921-4B8B-BFAA-878A733E3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11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4D9852-A52A-4392-3B02-15AC2B1BC10C}"/>
              </a:ext>
            </a:extLst>
          </p:cNvPr>
          <p:cNvSpPr/>
          <p:nvPr/>
        </p:nvSpPr>
        <p:spPr>
          <a:xfrm>
            <a:off x="5118847" y="3231776"/>
            <a:ext cx="1954306" cy="394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Aarogya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91A02E-6FD4-78EE-EF67-9424E69A6FDA}"/>
              </a:ext>
            </a:extLst>
          </p:cNvPr>
          <p:cNvSpPr/>
          <p:nvPr/>
        </p:nvSpPr>
        <p:spPr>
          <a:xfrm>
            <a:off x="9690847" y="3231775"/>
            <a:ext cx="1954306" cy="394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Department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C0DC4453-57B1-BFE7-7185-D7FA0D1F67FF}"/>
              </a:ext>
            </a:extLst>
          </p:cNvPr>
          <p:cNvSpPr/>
          <p:nvPr/>
        </p:nvSpPr>
        <p:spPr>
          <a:xfrm>
            <a:off x="5554821" y="1678940"/>
            <a:ext cx="1082358" cy="108366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Has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9792D5F-CF05-A8A2-ABA1-4E70699A4AA2}"/>
              </a:ext>
            </a:extLst>
          </p:cNvPr>
          <p:cNvSpPr/>
          <p:nvPr/>
        </p:nvSpPr>
        <p:spPr>
          <a:xfrm>
            <a:off x="7840821" y="2887168"/>
            <a:ext cx="1082358" cy="108366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Has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404FA2-51E8-AA9B-18EF-E61C007AB581}"/>
              </a:ext>
            </a:extLst>
          </p:cNvPr>
          <p:cNvCxnSpPr>
            <a:stCxn id="4" idx="3"/>
            <a:endCxn id="12" idx="1"/>
          </p:cNvCxnSpPr>
          <p:nvPr/>
        </p:nvCxnSpPr>
        <p:spPr>
          <a:xfrm flipV="1">
            <a:off x="7073153" y="3428998"/>
            <a:ext cx="767668" cy="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BCEDBB-327B-B6B1-F201-485F236280B7}"/>
              </a:ext>
            </a:extLst>
          </p:cNvPr>
          <p:cNvCxnSpPr/>
          <p:nvPr/>
        </p:nvCxnSpPr>
        <p:spPr>
          <a:xfrm flipV="1">
            <a:off x="8923179" y="3428998"/>
            <a:ext cx="767668" cy="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44F0BA0-5FB9-D634-2F10-3D25D0E1C2BD}"/>
              </a:ext>
            </a:extLst>
          </p:cNvPr>
          <p:cNvSpPr/>
          <p:nvPr/>
        </p:nvSpPr>
        <p:spPr>
          <a:xfrm>
            <a:off x="5118847" y="742663"/>
            <a:ext cx="1954306" cy="394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Staff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454947-CE94-22D8-4A46-948092B75AC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096000" y="2762600"/>
            <a:ext cx="2" cy="4691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5B11670-1E4D-46EF-CC69-F064868EBC31}"/>
              </a:ext>
            </a:extLst>
          </p:cNvPr>
          <p:cNvCxnSpPr>
            <a:cxnSpLocks/>
            <a:stCxn id="17" idx="2"/>
            <a:endCxn id="11" idx="0"/>
          </p:cNvCxnSpPr>
          <p:nvPr/>
        </p:nvCxnSpPr>
        <p:spPr>
          <a:xfrm>
            <a:off x="6096000" y="1137110"/>
            <a:ext cx="0" cy="541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1B69FDC-5B86-A1C7-0C83-3B87515AD4CF}"/>
              </a:ext>
            </a:extLst>
          </p:cNvPr>
          <p:cNvSpPr/>
          <p:nvPr/>
        </p:nvSpPr>
        <p:spPr>
          <a:xfrm>
            <a:off x="8248127" y="348216"/>
            <a:ext cx="1954306" cy="394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Room/Bed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7690852D-D38C-A60A-F6A8-E5D464317F43}"/>
              </a:ext>
            </a:extLst>
          </p:cNvPr>
          <p:cNvSpPr/>
          <p:nvPr/>
        </p:nvSpPr>
        <p:spPr>
          <a:xfrm>
            <a:off x="10126819" y="1807863"/>
            <a:ext cx="1082358" cy="108366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A27645-0B69-271C-73DE-FA042AD5980D}"/>
              </a:ext>
            </a:extLst>
          </p:cNvPr>
          <p:cNvSpPr/>
          <p:nvPr/>
        </p:nvSpPr>
        <p:spPr>
          <a:xfrm>
            <a:off x="9690847" y="1065577"/>
            <a:ext cx="1954306" cy="394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Ward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D623EB3-125A-7EAC-7EF6-0DF1F7AE3F35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0667998" y="2891523"/>
            <a:ext cx="0" cy="34783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D5B0EB9-A6C2-7CF1-EF53-F5BC25928E49}"/>
              </a:ext>
            </a:extLst>
          </p:cNvPr>
          <p:cNvCxnSpPr>
            <a:cxnSpLocks/>
          </p:cNvCxnSpPr>
          <p:nvPr/>
        </p:nvCxnSpPr>
        <p:spPr>
          <a:xfrm>
            <a:off x="10667998" y="1460024"/>
            <a:ext cx="0" cy="34783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Diamond 29">
            <a:extLst>
              <a:ext uri="{FF2B5EF4-FFF2-40B4-BE49-F238E27FC236}">
                <a16:creationId xmlns:a16="http://schemas.microsoft.com/office/drawing/2014/main" id="{22DBC5DE-65D1-5E49-EF03-5EAA94A1AA95}"/>
              </a:ext>
            </a:extLst>
          </p:cNvPr>
          <p:cNvSpPr/>
          <p:nvPr/>
        </p:nvSpPr>
        <p:spPr>
          <a:xfrm>
            <a:off x="8337904" y="911539"/>
            <a:ext cx="751577" cy="70569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Has</a:t>
            </a:r>
            <a:endParaRPr lang="en-IN" sz="8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1F7743-1DD9-9404-5762-CB4D7E792C68}"/>
              </a:ext>
            </a:extLst>
          </p:cNvPr>
          <p:cNvCxnSpPr>
            <a:cxnSpLocks/>
          </p:cNvCxnSpPr>
          <p:nvPr/>
        </p:nvCxnSpPr>
        <p:spPr>
          <a:xfrm>
            <a:off x="8713692" y="742663"/>
            <a:ext cx="0" cy="16887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010200D-15EB-5EA3-7FAD-8CEC17747113}"/>
              </a:ext>
            </a:extLst>
          </p:cNvPr>
          <p:cNvCxnSpPr>
            <a:cxnSpLocks/>
            <a:stCxn id="24" idx="1"/>
            <a:endCxn id="30" idx="3"/>
          </p:cNvCxnSpPr>
          <p:nvPr/>
        </p:nvCxnSpPr>
        <p:spPr>
          <a:xfrm flipH="1">
            <a:off x="9089481" y="1262801"/>
            <a:ext cx="601366" cy="158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Diamond 41">
            <a:extLst>
              <a:ext uri="{FF2B5EF4-FFF2-40B4-BE49-F238E27FC236}">
                <a16:creationId xmlns:a16="http://schemas.microsoft.com/office/drawing/2014/main" id="{ACFF7BB6-7447-365D-1875-6D6C6C656AA3}"/>
              </a:ext>
            </a:extLst>
          </p:cNvPr>
          <p:cNvSpPr/>
          <p:nvPr/>
        </p:nvSpPr>
        <p:spPr>
          <a:xfrm>
            <a:off x="3870643" y="1137110"/>
            <a:ext cx="1082358" cy="108366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In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E34C22D0-CFB3-6B58-AF15-5044223C2D7D}"/>
              </a:ext>
            </a:extLst>
          </p:cNvPr>
          <p:cNvCxnSpPr>
            <a:stCxn id="42" idx="3"/>
          </p:cNvCxnSpPr>
          <p:nvPr/>
        </p:nvCxnSpPr>
        <p:spPr>
          <a:xfrm>
            <a:off x="4953001" y="1678940"/>
            <a:ext cx="506505" cy="1552835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72CF52A-FAF2-6E2E-03EE-C9521D3F5179}"/>
              </a:ext>
            </a:extLst>
          </p:cNvPr>
          <p:cNvSpPr/>
          <p:nvPr/>
        </p:nvSpPr>
        <p:spPr>
          <a:xfrm>
            <a:off x="1463361" y="1481715"/>
            <a:ext cx="1954306" cy="394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Registration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4EAEBDF-57A3-9A65-CEB2-889D021042A3}"/>
              </a:ext>
            </a:extLst>
          </p:cNvPr>
          <p:cNvCxnSpPr>
            <a:cxnSpLocks/>
            <a:stCxn id="42" idx="1"/>
            <a:endCxn id="46" idx="3"/>
          </p:cNvCxnSpPr>
          <p:nvPr/>
        </p:nvCxnSpPr>
        <p:spPr>
          <a:xfrm flipH="1" flipV="1">
            <a:off x="3417667" y="1678939"/>
            <a:ext cx="452976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Diamond 49">
            <a:extLst>
              <a:ext uri="{FF2B5EF4-FFF2-40B4-BE49-F238E27FC236}">
                <a16:creationId xmlns:a16="http://schemas.microsoft.com/office/drawing/2014/main" id="{FB8BF0EB-9A29-F9FC-0FBD-E6F69F2DD482}"/>
              </a:ext>
            </a:extLst>
          </p:cNvPr>
          <p:cNvSpPr/>
          <p:nvPr/>
        </p:nvSpPr>
        <p:spPr>
          <a:xfrm>
            <a:off x="1758531" y="2220770"/>
            <a:ext cx="1082358" cy="108366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get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72CF211-8732-1158-34AC-EBA944D1341F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2298027" y="1876162"/>
            <a:ext cx="1683" cy="34460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Diamond 52">
            <a:extLst>
              <a:ext uri="{FF2B5EF4-FFF2-40B4-BE49-F238E27FC236}">
                <a16:creationId xmlns:a16="http://schemas.microsoft.com/office/drawing/2014/main" id="{A3C49404-DBBF-46AB-3559-1254D079887A}"/>
              </a:ext>
            </a:extLst>
          </p:cNvPr>
          <p:cNvSpPr/>
          <p:nvPr/>
        </p:nvSpPr>
        <p:spPr>
          <a:xfrm>
            <a:off x="113979" y="2038780"/>
            <a:ext cx="1512436" cy="144764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Alloted</a:t>
            </a:r>
            <a:endParaRPr lang="en-IN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A8D9217-31D0-382D-66F5-037824DF2973}"/>
              </a:ext>
            </a:extLst>
          </p:cNvPr>
          <p:cNvSpPr/>
          <p:nvPr/>
        </p:nvSpPr>
        <p:spPr>
          <a:xfrm>
            <a:off x="1320874" y="3576381"/>
            <a:ext cx="1954306" cy="394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Patient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84FF217-1CD4-0EF2-EDDF-5BDAF2656414}"/>
              </a:ext>
            </a:extLst>
          </p:cNvPr>
          <p:cNvCxnSpPr>
            <a:cxnSpLocks/>
            <a:stCxn id="58" idx="0"/>
            <a:endCxn id="50" idx="2"/>
          </p:cNvCxnSpPr>
          <p:nvPr/>
        </p:nvCxnSpPr>
        <p:spPr>
          <a:xfrm flipV="1">
            <a:off x="2298027" y="3304430"/>
            <a:ext cx="1683" cy="27195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1574F364-07F0-D460-920D-968A8C168ACF}"/>
              </a:ext>
            </a:extLst>
          </p:cNvPr>
          <p:cNvCxnSpPr>
            <a:stCxn id="58" idx="1"/>
            <a:endCxn id="53" idx="2"/>
          </p:cNvCxnSpPr>
          <p:nvPr/>
        </p:nvCxnSpPr>
        <p:spPr>
          <a:xfrm rot="10800000">
            <a:off x="870198" y="3486421"/>
            <a:ext cx="450677" cy="287185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Diamond 66">
            <a:extLst>
              <a:ext uri="{FF2B5EF4-FFF2-40B4-BE49-F238E27FC236}">
                <a16:creationId xmlns:a16="http://schemas.microsoft.com/office/drawing/2014/main" id="{61C4E45C-0754-55E7-5424-5C4AD88F7965}"/>
              </a:ext>
            </a:extLst>
          </p:cNvPr>
          <p:cNvSpPr/>
          <p:nvPr/>
        </p:nvSpPr>
        <p:spPr>
          <a:xfrm>
            <a:off x="779695" y="4251240"/>
            <a:ext cx="1082358" cy="108366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goes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C05433D-FC35-EF11-D1CE-E0FAAF2F2EBD}"/>
              </a:ext>
            </a:extLst>
          </p:cNvPr>
          <p:cNvCxnSpPr>
            <a:cxnSpLocks/>
          </p:cNvCxnSpPr>
          <p:nvPr/>
        </p:nvCxnSpPr>
        <p:spPr>
          <a:xfrm flipV="1">
            <a:off x="1320874" y="3920987"/>
            <a:ext cx="0" cy="33216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D94E80C-22E8-72AB-30B1-58D882FFBD30}"/>
              </a:ext>
            </a:extLst>
          </p:cNvPr>
          <p:cNvSpPr/>
          <p:nvPr/>
        </p:nvSpPr>
        <p:spPr>
          <a:xfrm>
            <a:off x="702341" y="5508428"/>
            <a:ext cx="1231305" cy="394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Duty type</a:t>
            </a:r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5A11AD68-50FD-D597-AF97-3F73AE614FE9}"/>
              </a:ext>
            </a:extLst>
          </p:cNvPr>
          <p:cNvSpPr/>
          <p:nvPr/>
        </p:nvSpPr>
        <p:spPr>
          <a:xfrm>
            <a:off x="885989" y="6038463"/>
            <a:ext cx="859808" cy="78322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Has</a:t>
            </a:r>
            <a:endParaRPr lang="en-IN" dirty="0"/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F18B28EF-61A6-E515-043F-335643A34681}"/>
              </a:ext>
            </a:extLst>
          </p:cNvPr>
          <p:cNvSpPr/>
          <p:nvPr/>
        </p:nvSpPr>
        <p:spPr>
          <a:xfrm>
            <a:off x="2439693" y="4176019"/>
            <a:ext cx="1082358" cy="108366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Deposite</a:t>
            </a:r>
            <a:endParaRPr lang="en-IN" sz="700" dirty="0"/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E1FE3692-90DF-C53C-8706-30302EA6A994}"/>
              </a:ext>
            </a:extLst>
          </p:cNvPr>
          <p:cNvCxnSpPr>
            <a:cxnSpLocks/>
            <a:endCxn id="58" idx="2"/>
          </p:cNvCxnSpPr>
          <p:nvPr/>
        </p:nvCxnSpPr>
        <p:spPr>
          <a:xfrm rot="16200000" flipV="1">
            <a:off x="1995351" y="4273505"/>
            <a:ext cx="747021" cy="141668"/>
          </a:xfrm>
          <a:prstGeom prst="bentConnector3">
            <a:avLst>
              <a:gd name="adj1" fmla="val -492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D74A004-6F79-EA90-13FB-57531743D927}"/>
              </a:ext>
            </a:extLst>
          </p:cNvPr>
          <p:cNvCxnSpPr>
            <a:cxnSpLocks/>
            <a:stCxn id="70" idx="0"/>
            <a:endCxn id="67" idx="2"/>
          </p:cNvCxnSpPr>
          <p:nvPr/>
        </p:nvCxnSpPr>
        <p:spPr>
          <a:xfrm flipV="1">
            <a:off x="1317994" y="5334900"/>
            <a:ext cx="2880" cy="17352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E9608585-5622-E2AD-8E89-8AEE16817E9C}"/>
              </a:ext>
            </a:extLst>
          </p:cNvPr>
          <p:cNvSpPr/>
          <p:nvPr/>
        </p:nvSpPr>
        <p:spPr>
          <a:xfrm>
            <a:off x="3846825" y="4520625"/>
            <a:ext cx="786136" cy="394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Bill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047C9B3-6668-0FDF-713F-647DB4B2E525}"/>
              </a:ext>
            </a:extLst>
          </p:cNvPr>
          <p:cNvCxnSpPr>
            <a:cxnSpLocks/>
            <a:endCxn id="72" idx="3"/>
          </p:cNvCxnSpPr>
          <p:nvPr/>
        </p:nvCxnSpPr>
        <p:spPr>
          <a:xfrm flipH="1">
            <a:off x="3522051" y="4717849"/>
            <a:ext cx="32477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Diamond 79">
            <a:extLst>
              <a:ext uri="{FF2B5EF4-FFF2-40B4-BE49-F238E27FC236}">
                <a16:creationId xmlns:a16="http://schemas.microsoft.com/office/drawing/2014/main" id="{D3C9A04F-0B13-DE87-CF79-30710189DACB}"/>
              </a:ext>
            </a:extLst>
          </p:cNvPr>
          <p:cNvSpPr/>
          <p:nvPr/>
        </p:nvSpPr>
        <p:spPr>
          <a:xfrm>
            <a:off x="5034782" y="4176018"/>
            <a:ext cx="1082358" cy="108366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To</a:t>
            </a:r>
            <a:endParaRPr lang="en-IN" sz="700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FB25915-1727-7D7E-634A-F4799340EDCE}"/>
              </a:ext>
            </a:extLst>
          </p:cNvPr>
          <p:cNvCxnSpPr>
            <a:cxnSpLocks/>
            <a:endCxn id="77" idx="3"/>
          </p:cNvCxnSpPr>
          <p:nvPr/>
        </p:nvCxnSpPr>
        <p:spPr>
          <a:xfrm flipH="1">
            <a:off x="4632961" y="4717848"/>
            <a:ext cx="401821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EFD1BB7-086F-AAC7-7FB1-B5B09F5DCFDC}"/>
              </a:ext>
            </a:extLst>
          </p:cNvPr>
          <p:cNvCxnSpPr>
            <a:cxnSpLocks/>
          </p:cNvCxnSpPr>
          <p:nvPr/>
        </p:nvCxnSpPr>
        <p:spPr>
          <a:xfrm>
            <a:off x="5575961" y="3626222"/>
            <a:ext cx="3290" cy="54979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A0AC68A-6E5C-AFE4-EC46-A7C1C3D28F5F}"/>
              </a:ext>
            </a:extLst>
          </p:cNvPr>
          <p:cNvCxnSpPr>
            <a:cxnSpLocks/>
            <a:stCxn id="71" idx="0"/>
            <a:endCxn id="70" idx="2"/>
          </p:cNvCxnSpPr>
          <p:nvPr/>
        </p:nvCxnSpPr>
        <p:spPr>
          <a:xfrm flipV="1">
            <a:off x="1315893" y="5902875"/>
            <a:ext cx="2101" cy="13558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4C400D7E-2F0E-7A28-F7D9-4AC352A87294}"/>
              </a:ext>
            </a:extLst>
          </p:cNvPr>
          <p:cNvCxnSpPr>
            <a:cxnSpLocks/>
            <a:endCxn id="71" idx="3"/>
          </p:cNvCxnSpPr>
          <p:nvPr/>
        </p:nvCxnSpPr>
        <p:spPr>
          <a:xfrm rot="10800000" flipV="1">
            <a:off x="1745797" y="3625256"/>
            <a:ext cx="5327356" cy="2804822"/>
          </a:xfrm>
          <a:prstGeom prst="bentConnector3">
            <a:avLst>
              <a:gd name="adj1" fmla="val 109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Diamond 90">
            <a:extLst>
              <a:ext uri="{FF2B5EF4-FFF2-40B4-BE49-F238E27FC236}">
                <a16:creationId xmlns:a16="http://schemas.microsoft.com/office/drawing/2014/main" id="{6F3BE988-03EC-7AE9-DC7D-9E650FFA03F9}"/>
              </a:ext>
            </a:extLst>
          </p:cNvPr>
          <p:cNvSpPr/>
          <p:nvPr/>
        </p:nvSpPr>
        <p:spPr>
          <a:xfrm>
            <a:off x="3811056" y="4983912"/>
            <a:ext cx="786136" cy="73697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00" dirty="0"/>
              <a:t>Attends</a:t>
            </a:r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E88D9995-7975-090C-8E50-5F3EB007824F}"/>
              </a:ext>
            </a:extLst>
          </p:cNvPr>
          <p:cNvCxnSpPr>
            <a:cxnSpLocks/>
            <a:stCxn id="91" idx="1"/>
          </p:cNvCxnSpPr>
          <p:nvPr/>
        </p:nvCxnSpPr>
        <p:spPr>
          <a:xfrm rot="10800000">
            <a:off x="2128678" y="3970826"/>
            <a:ext cx="1682378" cy="1381574"/>
          </a:xfrm>
          <a:prstGeom prst="bentConnector3">
            <a:avLst>
              <a:gd name="adj1" fmla="val 95746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Diamond 97">
            <a:extLst>
              <a:ext uri="{FF2B5EF4-FFF2-40B4-BE49-F238E27FC236}">
                <a16:creationId xmlns:a16="http://schemas.microsoft.com/office/drawing/2014/main" id="{02C48A42-48FC-F568-78F2-8B541ED35F87}"/>
              </a:ext>
            </a:extLst>
          </p:cNvPr>
          <p:cNvSpPr/>
          <p:nvPr/>
        </p:nvSpPr>
        <p:spPr>
          <a:xfrm>
            <a:off x="5817019" y="5159459"/>
            <a:ext cx="859808" cy="78322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Has</a:t>
            </a:r>
            <a:endParaRPr lang="en-IN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0434DC1-8646-89BB-111B-99A7071654F3}"/>
              </a:ext>
            </a:extLst>
          </p:cNvPr>
          <p:cNvSpPr/>
          <p:nvPr/>
        </p:nvSpPr>
        <p:spPr>
          <a:xfrm>
            <a:off x="4559289" y="5721345"/>
            <a:ext cx="859808" cy="394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Doctor</a:t>
            </a:r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A5D62C15-53C5-DC08-0C5E-9AD3EA54BE79}"/>
              </a:ext>
            </a:extLst>
          </p:cNvPr>
          <p:cNvCxnSpPr>
            <a:cxnSpLocks/>
            <a:stCxn id="99" idx="0"/>
            <a:endCxn id="91" idx="3"/>
          </p:cNvCxnSpPr>
          <p:nvPr/>
        </p:nvCxnSpPr>
        <p:spPr>
          <a:xfrm rot="16200000" flipV="1">
            <a:off x="4608721" y="5340872"/>
            <a:ext cx="368945" cy="392001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07FA51AA-4B38-A7CC-B614-F43BE02C3C95}"/>
              </a:ext>
            </a:extLst>
          </p:cNvPr>
          <p:cNvCxnSpPr>
            <a:cxnSpLocks/>
            <a:stCxn id="98" idx="2"/>
            <a:endCxn id="99" idx="3"/>
          </p:cNvCxnSpPr>
          <p:nvPr/>
        </p:nvCxnSpPr>
        <p:spPr>
          <a:xfrm rot="5400000" flipH="1">
            <a:off x="5820950" y="5516716"/>
            <a:ext cx="24119" cy="827826"/>
          </a:xfrm>
          <a:prstGeom prst="bentConnector4">
            <a:avLst>
              <a:gd name="adj1" fmla="val -463369"/>
              <a:gd name="adj2" fmla="val 75966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E20A029-42E7-B7E3-6ADA-3B40BC699930}"/>
              </a:ext>
            </a:extLst>
          </p:cNvPr>
          <p:cNvCxnSpPr>
            <a:cxnSpLocks/>
          </p:cNvCxnSpPr>
          <p:nvPr/>
        </p:nvCxnSpPr>
        <p:spPr>
          <a:xfrm>
            <a:off x="6246923" y="3626220"/>
            <a:ext cx="0" cy="153323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Diamond 111">
            <a:extLst>
              <a:ext uri="{FF2B5EF4-FFF2-40B4-BE49-F238E27FC236}">
                <a16:creationId xmlns:a16="http://schemas.microsoft.com/office/drawing/2014/main" id="{0F648445-D6F2-2EC2-1FFA-04266C00AA05}"/>
              </a:ext>
            </a:extLst>
          </p:cNvPr>
          <p:cNvSpPr/>
          <p:nvPr/>
        </p:nvSpPr>
        <p:spPr>
          <a:xfrm>
            <a:off x="2459097" y="5728915"/>
            <a:ext cx="786136" cy="69035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00" dirty="0"/>
              <a:t>Provide Medicine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04ABA4B-C03F-AE7C-813A-EEC5DCCA25C3}"/>
              </a:ext>
            </a:extLst>
          </p:cNvPr>
          <p:cNvSpPr/>
          <p:nvPr/>
        </p:nvSpPr>
        <p:spPr>
          <a:xfrm>
            <a:off x="3490069" y="5876867"/>
            <a:ext cx="859808" cy="394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Medical Store</a:t>
            </a:r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02CDF5AD-9362-2126-03B3-855F8C8CC47F}"/>
              </a:ext>
            </a:extLst>
          </p:cNvPr>
          <p:cNvCxnSpPr>
            <a:cxnSpLocks/>
            <a:stCxn id="112" idx="0"/>
          </p:cNvCxnSpPr>
          <p:nvPr/>
        </p:nvCxnSpPr>
        <p:spPr>
          <a:xfrm rot="16200000" flipV="1">
            <a:off x="1526301" y="4403050"/>
            <a:ext cx="1749149" cy="902581"/>
          </a:xfrm>
          <a:prstGeom prst="bentConnector3">
            <a:avLst>
              <a:gd name="adj1" fmla="val 17763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BA320947-0E7D-610D-0BC0-9C2D2EF6363D}"/>
              </a:ext>
            </a:extLst>
          </p:cNvPr>
          <p:cNvCxnSpPr>
            <a:cxnSpLocks/>
            <a:stCxn id="115" idx="1"/>
            <a:endCxn id="112" idx="3"/>
          </p:cNvCxnSpPr>
          <p:nvPr/>
        </p:nvCxnSpPr>
        <p:spPr>
          <a:xfrm flipH="1">
            <a:off x="3245233" y="6074091"/>
            <a:ext cx="24483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8068196D-479A-1F67-11D9-1517E21DDDC1}"/>
              </a:ext>
            </a:extLst>
          </p:cNvPr>
          <p:cNvCxnSpPr>
            <a:cxnSpLocks/>
            <a:stCxn id="142" idx="2"/>
            <a:endCxn id="115" idx="2"/>
          </p:cNvCxnSpPr>
          <p:nvPr/>
        </p:nvCxnSpPr>
        <p:spPr>
          <a:xfrm rot="5400000">
            <a:off x="4492550" y="4044289"/>
            <a:ext cx="1654449" cy="2799601"/>
          </a:xfrm>
          <a:prstGeom prst="bentConnector3">
            <a:avLst>
              <a:gd name="adj1" fmla="val 104145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Diamond 141">
            <a:extLst>
              <a:ext uri="{FF2B5EF4-FFF2-40B4-BE49-F238E27FC236}">
                <a16:creationId xmlns:a16="http://schemas.microsoft.com/office/drawing/2014/main" id="{C07A84FF-4651-7486-DB92-E60DC064B6A5}"/>
              </a:ext>
            </a:extLst>
          </p:cNvPr>
          <p:cNvSpPr/>
          <p:nvPr/>
        </p:nvSpPr>
        <p:spPr>
          <a:xfrm>
            <a:off x="6514787" y="4251240"/>
            <a:ext cx="409574" cy="36562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" dirty="0"/>
              <a:t>Has</a:t>
            </a:r>
            <a:endParaRPr lang="en-IN" sz="700" dirty="0"/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804C395-4470-4F8B-E0C0-9CF96322AB2E}"/>
              </a:ext>
            </a:extLst>
          </p:cNvPr>
          <p:cNvCxnSpPr>
            <a:cxnSpLocks/>
          </p:cNvCxnSpPr>
          <p:nvPr/>
        </p:nvCxnSpPr>
        <p:spPr>
          <a:xfrm>
            <a:off x="6719574" y="3626220"/>
            <a:ext cx="0" cy="62502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Diamond 147">
            <a:extLst>
              <a:ext uri="{FF2B5EF4-FFF2-40B4-BE49-F238E27FC236}">
                <a16:creationId xmlns:a16="http://schemas.microsoft.com/office/drawing/2014/main" id="{C9BE6140-3A5D-72A7-97D2-467D552027D4}"/>
              </a:ext>
            </a:extLst>
          </p:cNvPr>
          <p:cNvSpPr/>
          <p:nvPr/>
        </p:nvSpPr>
        <p:spPr>
          <a:xfrm>
            <a:off x="9690847" y="4075035"/>
            <a:ext cx="1082358" cy="108366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Has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09A9828-AB9D-F613-4CBF-09E0D9EE3C6E}"/>
              </a:ext>
            </a:extLst>
          </p:cNvPr>
          <p:cNvSpPr/>
          <p:nvPr/>
        </p:nvSpPr>
        <p:spPr>
          <a:xfrm>
            <a:off x="8945393" y="5841239"/>
            <a:ext cx="1954306" cy="394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Facilities</a:t>
            </a:r>
          </a:p>
        </p:txBody>
      </p:sp>
      <p:sp>
        <p:nvSpPr>
          <p:cNvPr id="150" name="Diamond 149">
            <a:extLst>
              <a:ext uri="{FF2B5EF4-FFF2-40B4-BE49-F238E27FC236}">
                <a16:creationId xmlns:a16="http://schemas.microsoft.com/office/drawing/2014/main" id="{4A7D246A-8847-87C6-F38E-9B03FD35F730}"/>
              </a:ext>
            </a:extLst>
          </p:cNvPr>
          <p:cNvSpPr/>
          <p:nvPr/>
        </p:nvSpPr>
        <p:spPr>
          <a:xfrm>
            <a:off x="10899699" y="4119783"/>
            <a:ext cx="1082358" cy="108366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Takes</a:t>
            </a:r>
          </a:p>
        </p:txBody>
      </p: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063CFA36-84C0-1C91-8BC9-05D2064439B8}"/>
              </a:ext>
            </a:extLst>
          </p:cNvPr>
          <p:cNvCxnSpPr>
            <a:cxnSpLocks/>
            <a:stCxn id="9" idx="2"/>
            <a:endCxn id="148" idx="0"/>
          </p:cNvCxnSpPr>
          <p:nvPr/>
        </p:nvCxnSpPr>
        <p:spPr>
          <a:xfrm rot="5400000">
            <a:off x="10225607" y="3632641"/>
            <a:ext cx="448813" cy="435974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82976A2A-BA8C-A7B9-D53B-3633773D7D38}"/>
              </a:ext>
            </a:extLst>
          </p:cNvPr>
          <p:cNvCxnSpPr>
            <a:cxnSpLocks/>
            <a:stCxn id="148" idx="2"/>
            <a:endCxn id="149" idx="0"/>
          </p:cNvCxnSpPr>
          <p:nvPr/>
        </p:nvCxnSpPr>
        <p:spPr>
          <a:xfrm rot="5400000">
            <a:off x="9736014" y="5345227"/>
            <a:ext cx="682544" cy="309480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82496535-3738-1839-EAD9-6D6D0064D5C2}"/>
              </a:ext>
            </a:extLst>
          </p:cNvPr>
          <p:cNvCxnSpPr>
            <a:cxnSpLocks/>
            <a:stCxn id="150" idx="2"/>
            <a:endCxn id="149" idx="3"/>
          </p:cNvCxnSpPr>
          <p:nvPr/>
        </p:nvCxnSpPr>
        <p:spPr>
          <a:xfrm rot="5400000">
            <a:off x="10752779" y="5350364"/>
            <a:ext cx="835020" cy="541179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79ED3603-A5B5-07CF-4944-868347A97CBB}"/>
              </a:ext>
            </a:extLst>
          </p:cNvPr>
          <p:cNvCxnSpPr>
            <a:cxnSpLocks/>
            <a:stCxn id="150" idx="3"/>
            <a:endCxn id="58" idx="1"/>
          </p:cNvCxnSpPr>
          <p:nvPr/>
        </p:nvCxnSpPr>
        <p:spPr>
          <a:xfrm flipH="1" flipV="1">
            <a:off x="1320874" y="3773605"/>
            <a:ext cx="10661183" cy="888008"/>
          </a:xfrm>
          <a:prstGeom prst="bentConnector5">
            <a:avLst>
              <a:gd name="adj1" fmla="val -1072"/>
              <a:gd name="adj2" fmla="val 497381"/>
              <a:gd name="adj3" fmla="val 111793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34220167-16E0-B0D5-6F13-41A234C72553}"/>
              </a:ext>
            </a:extLst>
          </p:cNvPr>
          <p:cNvCxnSpPr>
            <a:cxnSpLocks/>
            <a:stCxn id="22" idx="1"/>
            <a:endCxn id="53" idx="0"/>
          </p:cNvCxnSpPr>
          <p:nvPr/>
        </p:nvCxnSpPr>
        <p:spPr>
          <a:xfrm rot="10800000" flipV="1">
            <a:off x="870197" y="545440"/>
            <a:ext cx="7377930" cy="1493340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Diamond 177">
            <a:extLst>
              <a:ext uri="{FF2B5EF4-FFF2-40B4-BE49-F238E27FC236}">
                <a16:creationId xmlns:a16="http://schemas.microsoft.com/office/drawing/2014/main" id="{4B9465AE-00C5-1599-C7DD-B48E7CB15851}"/>
              </a:ext>
            </a:extLst>
          </p:cNvPr>
          <p:cNvSpPr/>
          <p:nvPr/>
        </p:nvSpPr>
        <p:spPr>
          <a:xfrm>
            <a:off x="3608557" y="2381183"/>
            <a:ext cx="1082358" cy="108366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Has</a:t>
            </a:r>
          </a:p>
        </p:txBody>
      </p: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81DCE5E4-E613-565A-9948-C0566C3B0F3A}"/>
              </a:ext>
            </a:extLst>
          </p:cNvPr>
          <p:cNvCxnSpPr>
            <a:cxnSpLocks/>
            <a:stCxn id="178" idx="1"/>
            <a:endCxn id="58" idx="3"/>
          </p:cNvCxnSpPr>
          <p:nvPr/>
        </p:nvCxnSpPr>
        <p:spPr>
          <a:xfrm rot="10800000" flipV="1">
            <a:off x="3275181" y="2923013"/>
            <a:ext cx="333377" cy="850592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142F6DEA-49A1-EECA-1237-016154869CC7}"/>
              </a:ext>
            </a:extLst>
          </p:cNvPr>
          <p:cNvCxnSpPr>
            <a:cxnSpLocks/>
            <a:stCxn id="4" idx="1"/>
            <a:endCxn id="178" idx="3"/>
          </p:cNvCxnSpPr>
          <p:nvPr/>
        </p:nvCxnSpPr>
        <p:spPr>
          <a:xfrm rot="10800000">
            <a:off x="4690915" y="2923014"/>
            <a:ext cx="427932" cy="505987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2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SURAJ PRAJAPATI</dc:creator>
  <cp:lastModifiedBy>SURAJ PRAJAPATI</cp:lastModifiedBy>
  <cp:revision>1</cp:revision>
  <dcterms:created xsi:type="dcterms:W3CDTF">2023-10-06T17:45:56Z</dcterms:created>
  <dcterms:modified xsi:type="dcterms:W3CDTF">2023-10-06T17:46:11Z</dcterms:modified>
</cp:coreProperties>
</file>