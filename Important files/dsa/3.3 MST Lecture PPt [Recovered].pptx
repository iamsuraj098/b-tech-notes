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22"/>
  </p:notesMasterIdLst>
  <p:sldIdLst>
    <p:sldId id="256" r:id="rId2"/>
    <p:sldId id="275" r:id="rId3"/>
    <p:sldId id="276" r:id="rId4"/>
    <p:sldId id="279" r:id="rId5"/>
    <p:sldId id="273" r:id="rId6"/>
    <p:sldId id="285" r:id="rId7"/>
    <p:sldId id="278" r:id="rId8"/>
    <p:sldId id="291" r:id="rId9"/>
    <p:sldId id="290" r:id="rId10"/>
    <p:sldId id="366" r:id="rId11"/>
    <p:sldId id="289" r:id="rId12"/>
    <p:sldId id="288" r:id="rId13"/>
    <p:sldId id="297" r:id="rId14"/>
    <p:sldId id="356" r:id="rId15"/>
    <p:sldId id="362" r:id="rId16"/>
    <p:sldId id="361" r:id="rId17"/>
    <p:sldId id="363" r:id="rId18"/>
    <p:sldId id="364" r:id="rId19"/>
    <p:sldId id="292" r:id="rId20"/>
    <p:sldId id="40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E2F3B-A7A4-4B1C-8C50-87C87C3EB9F5}" type="datetimeFigureOut">
              <a:rPr lang="en-IN" smtClean="0"/>
              <a:t>01-11-2020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F3F6B-2211-4388-A571-D9CB7CDB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52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231719-399B-4597-9B86-8E8BE6B186D5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3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DBC6-6D75-41C4-9478-AC78AC69E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8E403-C506-44AB-B9A9-04917C95C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D6858-77CE-4D29-A038-B2DCB204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4F4F6-6F65-4539-AD8D-FF16F5D5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2B510-730E-447F-8A9E-79BD3CEB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5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5460-F630-4477-A045-DAE8DB6D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02988-8CC7-40CF-8D46-C61BE20EC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74CA7-E10B-49BC-A267-1DD95097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2A324-9654-4792-9F6C-FCFC37B2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91C1A-6F89-455E-B1D1-AFFC6A64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6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3D11-8639-4395-BC2A-EE1AF02B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D89D6-8D22-4B51-97D4-C7B8953F5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140FF-381A-44CD-BFC6-52207A97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2F26-E268-4C47-89E4-5F878ABF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72004-3A6E-40FF-A9DC-2DF05CDC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3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A009-DA6B-4862-94C2-9E9B9F4B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BE77E-BF56-4426-BF76-B7D669823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4CC6B-4B49-4413-BFF8-E0783E6B6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35C14-D130-4FE4-9683-B3F583FF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A2FDE-9182-4AD5-9F56-C11FACD7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11CDE-34D4-46D5-B093-853F2AC9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8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0D1F-9058-4021-8AA6-8505EF370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20522-4F3B-4FAB-BED4-0AD4DB00E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24C3C-C0F2-4839-AC63-75A537060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14197A-5C15-4192-9C9A-57C407158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10F35-EA71-48C7-9049-0E7844311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A5364-9820-4927-A92D-6E0EEBAD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98571-A8D0-4AF9-8B2E-2A8CF45F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7691B-EEC0-4595-9EB3-21858968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0A39-667B-4622-AB75-1C6153E1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96614-EF22-4473-9759-3BA42463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EBFA0-A1F5-47FE-86E8-8BF4B096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EF271-A4AC-4CBA-A719-C39F6709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6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7CF23E-8659-473A-B4B7-EA08FD5D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AD4B7-1295-4E7D-BF2F-DD56322C5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01E38-445B-4B10-8B82-6F699DB1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2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30ED-AF3A-4E6A-9657-7F64F4EE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F8D71-EDCB-44F1-827D-50A0A1535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AA5BB-1D72-43D5-AFB0-17DE73C12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7C467-DCCC-48C9-9BB5-EB2EF446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F5B43-6024-4BA0-BBF8-92040479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D6005-1957-4C03-8B6C-5EFD2D9A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AE48-0F7E-451E-BEDD-330CBB95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10DAB-9C8A-463D-9411-7D4F18A75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4CAED-BFF0-4D56-846D-7DFAADEA5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3CD67-93C9-4EE3-A172-6E2401DA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26E9F-E479-424B-AFC9-DC4BABBF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A74EB-CC60-4B63-9221-5C699485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2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96A3-3B43-40DE-9FA3-B5D521D0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41F6E-2E27-4877-B56C-D6E5BD70F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1A56A-D0C4-431F-A059-BF5E6F3D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44539-63A8-4CA9-9802-2809FD5C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E62E-BEC0-4DA1-9455-503F842F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9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E46DE-F03C-4C14-BBB3-6FD5A67E0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70790-00A9-4173-A1A5-EDFFD5A42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B76BA-BEA2-4BA9-8573-6AA3FB16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Analysis of Algorithm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8A888-C13D-4A49-B8FB-54873472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5EB88-2C7F-47C7-BCB9-AA816B3F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8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B44BF-F21B-4B9E-AD4E-43D7FB2C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DB1FC-9990-4F9C-A2F6-18F679E0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15D01-E872-48BC-9EC0-8D7F463EF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Design and Analysis of Algorithm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88DC5-7592-4FCA-B1D3-F0DF21025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7EF81-3043-4734-B01B-B4746BE6F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8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6170320-D6A8-4E7E-8A05-C92B712F7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4408" y="1352194"/>
            <a:ext cx="7772400" cy="620486"/>
          </a:xfrm>
        </p:spPr>
        <p:txBody>
          <a:bodyPr>
            <a:noAutofit/>
          </a:bodyPr>
          <a:lstStyle/>
          <a:p>
            <a:pPr algn="ctr"/>
            <a:r>
              <a:rPr lang="en-US" altLang="en-US" dirty="0">
                <a:solidFill>
                  <a:srgbClr val="7030A0"/>
                </a:solidFill>
              </a:rPr>
              <a:t>Minimum Spanning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14964-6990-4CE8-9972-6A5383E5AC0D}"/>
              </a:ext>
            </a:extLst>
          </p:cNvPr>
          <p:cNvSpPr txBox="1"/>
          <p:nvPr/>
        </p:nvSpPr>
        <p:spPr>
          <a:xfrm>
            <a:off x="3048000" y="3733628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Avinash Kumar</a:t>
            </a:r>
            <a:r>
              <a:rPr lang="en-US" altLang="en-US" sz="1800" b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Professor, CSE Department)</a:t>
            </a:r>
            <a:endParaRPr lang="en-IN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628CF575-9955-4CFB-9C58-B6073A9E9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127125"/>
          </a:xfrm>
        </p:spPr>
        <p:txBody>
          <a:bodyPr/>
          <a:lstStyle/>
          <a:p>
            <a:r>
              <a:rPr lang="en-US" altLang="en-US" dirty="0">
                <a:solidFill>
                  <a:srgbClr val="7030A0"/>
                </a:solidFill>
              </a:rPr>
              <a:t>Problem: Laying Telephone Wire</a:t>
            </a:r>
          </a:p>
        </p:txBody>
      </p:sp>
      <p:grpSp>
        <p:nvGrpSpPr>
          <p:cNvPr id="35844" name="Group 8">
            <a:extLst>
              <a:ext uri="{FF2B5EF4-FFF2-40B4-BE49-F238E27FC236}">
                <a16:creationId xmlns:a16="http://schemas.microsoft.com/office/drawing/2014/main" id="{679D2C46-600E-498B-8581-900C68D3F441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810000"/>
            <a:ext cx="533400" cy="533400"/>
            <a:chOff x="576" y="2400"/>
            <a:chExt cx="336" cy="336"/>
          </a:xfrm>
        </p:grpSpPr>
        <p:sp>
          <p:nvSpPr>
            <p:cNvPr id="35903" name="AutoShape 3">
              <a:extLst>
                <a:ext uri="{FF2B5EF4-FFF2-40B4-BE49-F238E27FC236}">
                  <a16:creationId xmlns:a16="http://schemas.microsoft.com/office/drawing/2014/main" id="{12B00C3C-7312-4DF1-A09D-18AABCF36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904" name="Rectangle 4">
              <a:extLst>
                <a:ext uri="{FF2B5EF4-FFF2-40B4-BE49-F238E27FC236}">
                  <a16:creationId xmlns:a16="http://schemas.microsoft.com/office/drawing/2014/main" id="{9B3E6BFA-6CF9-481E-B9BD-BBE5D1D18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905" name="Rectangle 6">
              <a:extLst>
                <a:ext uri="{FF2B5EF4-FFF2-40B4-BE49-F238E27FC236}">
                  <a16:creationId xmlns:a16="http://schemas.microsoft.com/office/drawing/2014/main" id="{FC6A5A7F-1DD6-4613-BF88-39B0D7060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906" name="Rectangle 7">
              <a:extLst>
                <a:ext uri="{FF2B5EF4-FFF2-40B4-BE49-F238E27FC236}">
                  <a16:creationId xmlns:a16="http://schemas.microsoft.com/office/drawing/2014/main" id="{8AF8B862-D039-4C42-8664-365A9CE6E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45" name="Group 9">
            <a:extLst>
              <a:ext uri="{FF2B5EF4-FFF2-40B4-BE49-F238E27FC236}">
                <a16:creationId xmlns:a16="http://schemas.microsoft.com/office/drawing/2014/main" id="{6ED8C8D3-3DFB-4405-B2B0-D4C41FFB3175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572000"/>
            <a:ext cx="533400" cy="533400"/>
            <a:chOff x="576" y="2400"/>
            <a:chExt cx="336" cy="336"/>
          </a:xfrm>
        </p:grpSpPr>
        <p:sp>
          <p:nvSpPr>
            <p:cNvPr id="35899" name="AutoShape 10">
              <a:extLst>
                <a:ext uri="{FF2B5EF4-FFF2-40B4-BE49-F238E27FC236}">
                  <a16:creationId xmlns:a16="http://schemas.microsoft.com/office/drawing/2014/main" id="{0ED79D11-E8B3-45C2-BCC0-5E07839DE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900" name="Rectangle 11">
              <a:extLst>
                <a:ext uri="{FF2B5EF4-FFF2-40B4-BE49-F238E27FC236}">
                  <a16:creationId xmlns:a16="http://schemas.microsoft.com/office/drawing/2014/main" id="{59BCB63A-DD08-4E6C-A32E-02E73A629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901" name="Rectangle 12">
              <a:extLst>
                <a:ext uri="{FF2B5EF4-FFF2-40B4-BE49-F238E27FC236}">
                  <a16:creationId xmlns:a16="http://schemas.microsoft.com/office/drawing/2014/main" id="{8048703C-47BA-4915-8B7B-84590B97E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902" name="Rectangle 13">
              <a:extLst>
                <a:ext uri="{FF2B5EF4-FFF2-40B4-BE49-F238E27FC236}">
                  <a16:creationId xmlns:a16="http://schemas.microsoft.com/office/drawing/2014/main" id="{9B725475-AA33-4427-9EA6-2A45B728E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46" name="Group 14">
            <a:extLst>
              <a:ext uri="{FF2B5EF4-FFF2-40B4-BE49-F238E27FC236}">
                <a16:creationId xmlns:a16="http://schemas.microsoft.com/office/drawing/2014/main" id="{ADE01314-1081-4C84-A1A2-27A77534BD07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133600"/>
            <a:ext cx="533400" cy="533400"/>
            <a:chOff x="576" y="2400"/>
            <a:chExt cx="336" cy="336"/>
          </a:xfrm>
        </p:grpSpPr>
        <p:sp>
          <p:nvSpPr>
            <p:cNvPr id="35895" name="AutoShape 15">
              <a:extLst>
                <a:ext uri="{FF2B5EF4-FFF2-40B4-BE49-F238E27FC236}">
                  <a16:creationId xmlns:a16="http://schemas.microsoft.com/office/drawing/2014/main" id="{DF2092A7-4B1C-4E31-95BA-3E74A743D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96" name="Rectangle 16">
              <a:extLst>
                <a:ext uri="{FF2B5EF4-FFF2-40B4-BE49-F238E27FC236}">
                  <a16:creationId xmlns:a16="http://schemas.microsoft.com/office/drawing/2014/main" id="{70DCFBEE-7A13-4854-A0A3-DCF214694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97" name="Rectangle 17">
              <a:extLst>
                <a:ext uri="{FF2B5EF4-FFF2-40B4-BE49-F238E27FC236}">
                  <a16:creationId xmlns:a16="http://schemas.microsoft.com/office/drawing/2014/main" id="{222C227A-9038-4806-9DEA-1FC5BD8C8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98" name="Rectangle 18">
              <a:extLst>
                <a:ext uri="{FF2B5EF4-FFF2-40B4-BE49-F238E27FC236}">
                  <a16:creationId xmlns:a16="http://schemas.microsoft.com/office/drawing/2014/main" id="{E26F2671-BC0B-459F-9637-A9C503301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47" name="Group 19">
            <a:extLst>
              <a:ext uri="{FF2B5EF4-FFF2-40B4-BE49-F238E27FC236}">
                <a16:creationId xmlns:a16="http://schemas.microsoft.com/office/drawing/2014/main" id="{BFB86DC2-61CC-4334-A935-0EF5DDE7C985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1905000"/>
            <a:ext cx="533400" cy="533400"/>
            <a:chOff x="576" y="2400"/>
            <a:chExt cx="336" cy="336"/>
          </a:xfrm>
        </p:grpSpPr>
        <p:sp>
          <p:nvSpPr>
            <p:cNvPr id="35891" name="AutoShape 20">
              <a:extLst>
                <a:ext uri="{FF2B5EF4-FFF2-40B4-BE49-F238E27FC236}">
                  <a16:creationId xmlns:a16="http://schemas.microsoft.com/office/drawing/2014/main" id="{DEC21FA1-0E4E-4D86-BC5E-68FF93CE1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92" name="Rectangle 21">
              <a:extLst>
                <a:ext uri="{FF2B5EF4-FFF2-40B4-BE49-F238E27FC236}">
                  <a16:creationId xmlns:a16="http://schemas.microsoft.com/office/drawing/2014/main" id="{485CA25C-B48A-4264-A0D1-A629B564C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93" name="Rectangle 22">
              <a:extLst>
                <a:ext uri="{FF2B5EF4-FFF2-40B4-BE49-F238E27FC236}">
                  <a16:creationId xmlns:a16="http://schemas.microsoft.com/office/drawing/2014/main" id="{F8E309AA-2F17-4E93-9C1F-E17DCD8A8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94" name="Rectangle 23">
              <a:extLst>
                <a:ext uri="{FF2B5EF4-FFF2-40B4-BE49-F238E27FC236}">
                  <a16:creationId xmlns:a16="http://schemas.microsoft.com/office/drawing/2014/main" id="{027A5ACC-1864-40D3-9CF5-1ADF70BC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48" name="Group 24">
            <a:extLst>
              <a:ext uri="{FF2B5EF4-FFF2-40B4-BE49-F238E27FC236}">
                <a16:creationId xmlns:a16="http://schemas.microsoft.com/office/drawing/2014/main" id="{C839D07B-C95A-4530-9189-6C422C679232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971800"/>
            <a:ext cx="533400" cy="533400"/>
            <a:chOff x="576" y="2400"/>
            <a:chExt cx="336" cy="336"/>
          </a:xfrm>
        </p:grpSpPr>
        <p:sp>
          <p:nvSpPr>
            <p:cNvPr id="35887" name="AutoShape 25">
              <a:extLst>
                <a:ext uri="{FF2B5EF4-FFF2-40B4-BE49-F238E27FC236}">
                  <a16:creationId xmlns:a16="http://schemas.microsoft.com/office/drawing/2014/main" id="{D305146A-BE1A-4A31-9164-E3134807F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8" name="Rectangle 26">
              <a:extLst>
                <a:ext uri="{FF2B5EF4-FFF2-40B4-BE49-F238E27FC236}">
                  <a16:creationId xmlns:a16="http://schemas.microsoft.com/office/drawing/2014/main" id="{4E4D1BD2-C306-4D7F-9754-C120DD92F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9" name="Rectangle 27">
              <a:extLst>
                <a:ext uri="{FF2B5EF4-FFF2-40B4-BE49-F238E27FC236}">
                  <a16:creationId xmlns:a16="http://schemas.microsoft.com/office/drawing/2014/main" id="{5FC0B1C1-5CFB-432A-B8CD-02F385E63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90" name="Rectangle 28">
              <a:extLst>
                <a:ext uri="{FF2B5EF4-FFF2-40B4-BE49-F238E27FC236}">
                  <a16:creationId xmlns:a16="http://schemas.microsoft.com/office/drawing/2014/main" id="{C8B6B2D3-2310-4949-886B-DA8F527C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49" name="Group 29">
            <a:extLst>
              <a:ext uri="{FF2B5EF4-FFF2-40B4-BE49-F238E27FC236}">
                <a16:creationId xmlns:a16="http://schemas.microsoft.com/office/drawing/2014/main" id="{04BCB135-7180-49E0-8AE5-EFD9A53E968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209800"/>
            <a:ext cx="533400" cy="533400"/>
            <a:chOff x="576" y="2400"/>
            <a:chExt cx="336" cy="336"/>
          </a:xfrm>
        </p:grpSpPr>
        <p:sp>
          <p:nvSpPr>
            <p:cNvPr id="35883" name="AutoShape 30">
              <a:extLst>
                <a:ext uri="{FF2B5EF4-FFF2-40B4-BE49-F238E27FC236}">
                  <a16:creationId xmlns:a16="http://schemas.microsoft.com/office/drawing/2014/main" id="{D88C7FD0-1706-4A04-B23E-BDB2285FC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4" name="Rectangle 31">
              <a:extLst>
                <a:ext uri="{FF2B5EF4-FFF2-40B4-BE49-F238E27FC236}">
                  <a16:creationId xmlns:a16="http://schemas.microsoft.com/office/drawing/2014/main" id="{549FEECE-0411-4DF2-949D-CB3160B13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5" name="Rectangle 32">
              <a:extLst>
                <a:ext uri="{FF2B5EF4-FFF2-40B4-BE49-F238E27FC236}">
                  <a16:creationId xmlns:a16="http://schemas.microsoft.com/office/drawing/2014/main" id="{4F80D40D-ABC0-44E0-97BA-726915FB9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6" name="Rectangle 33">
              <a:extLst>
                <a:ext uri="{FF2B5EF4-FFF2-40B4-BE49-F238E27FC236}">
                  <a16:creationId xmlns:a16="http://schemas.microsoft.com/office/drawing/2014/main" id="{CCD39004-F84F-4DF6-859F-051205286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50" name="Group 34">
            <a:extLst>
              <a:ext uri="{FF2B5EF4-FFF2-40B4-BE49-F238E27FC236}">
                <a16:creationId xmlns:a16="http://schemas.microsoft.com/office/drawing/2014/main" id="{E936D196-8460-4F04-BAAC-E8EC6E3F9DA6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524000"/>
            <a:ext cx="533400" cy="533400"/>
            <a:chOff x="576" y="2400"/>
            <a:chExt cx="336" cy="336"/>
          </a:xfrm>
        </p:grpSpPr>
        <p:sp>
          <p:nvSpPr>
            <p:cNvPr id="35879" name="AutoShape 35">
              <a:extLst>
                <a:ext uri="{FF2B5EF4-FFF2-40B4-BE49-F238E27FC236}">
                  <a16:creationId xmlns:a16="http://schemas.microsoft.com/office/drawing/2014/main" id="{804A114F-D1FE-4D5B-9EC0-824A2AB95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0" name="Rectangle 36">
              <a:extLst>
                <a:ext uri="{FF2B5EF4-FFF2-40B4-BE49-F238E27FC236}">
                  <a16:creationId xmlns:a16="http://schemas.microsoft.com/office/drawing/2014/main" id="{EDF9C112-28C8-4C85-AB94-EE413CACB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1" name="Rectangle 37">
              <a:extLst>
                <a:ext uri="{FF2B5EF4-FFF2-40B4-BE49-F238E27FC236}">
                  <a16:creationId xmlns:a16="http://schemas.microsoft.com/office/drawing/2014/main" id="{2FEBECA1-B78C-40B6-BFA0-1D3405322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82" name="Rectangle 38">
              <a:extLst>
                <a:ext uri="{FF2B5EF4-FFF2-40B4-BE49-F238E27FC236}">
                  <a16:creationId xmlns:a16="http://schemas.microsoft.com/office/drawing/2014/main" id="{D9EDE5D9-F829-4E5E-BBBE-6A85E82E2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51" name="Group 39">
            <a:extLst>
              <a:ext uri="{FF2B5EF4-FFF2-40B4-BE49-F238E27FC236}">
                <a16:creationId xmlns:a16="http://schemas.microsoft.com/office/drawing/2014/main" id="{6525BDFF-7C53-4883-9111-FD879BCB77AC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962400"/>
            <a:ext cx="533400" cy="533400"/>
            <a:chOff x="576" y="2400"/>
            <a:chExt cx="336" cy="336"/>
          </a:xfrm>
        </p:grpSpPr>
        <p:sp>
          <p:nvSpPr>
            <p:cNvPr id="35875" name="AutoShape 40">
              <a:extLst>
                <a:ext uri="{FF2B5EF4-FFF2-40B4-BE49-F238E27FC236}">
                  <a16:creationId xmlns:a16="http://schemas.microsoft.com/office/drawing/2014/main" id="{B4F29113-4054-4412-B35F-4DD3289AE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76" name="Rectangle 41">
              <a:extLst>
                <a:ext uri="{FF2B5EF4-FFF2-40B4-BE49-F238E27FC236}">
                  <a16:creationId xmlns:a16="http://schemas.microsoft.com/office/drawing/2014/main" id="{597753E4-FA12-4F49-A0BF-7ACF5CBC7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77" name="Rectangle 42">
              <a:extLst>
                <a:ext uri="{FF2B5EF4-FFF2-40B4-BE49-F238E27FC236}">
                  <a16:creationId xmlns:a16="http://schemas.microsoft.com/office/drawing/2014/main" id="{20D89CD1-CFB2-488E-8807-D7F6D3546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78" name="Rectangle 43">
              <a:extLst>
                <a:ext uri="{FF2B5EF4-FFF2-40B4-BE49-F238E27FC236}">
                  <a16:creationId xmlns:a16="http://schemas.microsoft.com/office/drawing/2014/main" id="{882F281B-B541-4003-BB23-983C8915E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52" name="Group 71">
            <a:extLst>
              <a:ext uri="{FF2B5EF4-FFF2-40B4-BE49-F238E27FC236}">
                <a16:creationId xmlns:a16="http://schemas.microsoft.com/office/drawing/2014/main" id="{C58A3815-9B5E-463B-8B9E-A6DE15D1EF40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048000"/>
            <a:ext cx="1371600" cy="762000"/>
            <a:chOff x="2688" y="2064"/>
            <a:chExt cx="864" cy="480"/>
          </a:xfrm>
        </p:grpSpPr>
        <p:sp>
          <p:nvSpPr>
            <p:cNvPr id="35864" name="Rectangle 49">
              <a:extLst>
                <a:ext uri="{FF2B5EF4-FFF2-40B4-BE49-F238E27FC236}">
                  <a16:creationId xmlns:a16="http://schemas.microsoft.com/office/drawing/2014/main" id="{DE49D8B8-84C6-4AA5-99F4-178D138E3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65" name="Rectangle 50">
              <a:extLst>
                <a:ext uri="{FF2B5EF4-FFF2-40B4-BE49-F238E27FC236}">
                  <a16:creationId xmlns:a16="http://schemas.microsoft.com/office/drawing/2014/main" id="{5977D46E-4AB6-4E96-9C83-46F4E7329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66" name="Rectangle 51">
              <a:extLst>
                <a:ext uri="{FF2B5EF4-FFF2-40B4-BE49-F238E27FC236}">
                  <a16:creationId xmlns:a16="http://schemas.microsoft.com/office/drawing/2014/main" id="{36E7014E-5493-442E-B665-7CDE909B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67" name="Rectangle 52">
              <a:extLst>
                <a:ext uri="{FF2B5EF4-FFF2-40B4-BE49-F238E27FC236}">
                  <a16:creationId xmlns:a16="http://schemas.microsoft.com/office/drawing/2014/main" id="{48E4AD9A-BD25-4188-B728-452EC5327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68" name="Rectangle 53">
              <a:extLst>
                <a:ext uri="{FF2B5EF4-FFF2-40B4-BE49-F238E27FC236}">
                  <a16:creationId xmlns:a16="http://schemas.microsoft.com/office/drawing/2014/main" id="{DE0B8B44-B628-4EF7-AF2D-7BB74CEAA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69" name="Rectangle 54">
              <a:extLst>
                <a:ext uri="{FF2B5EF4-FFF2-40B4-BE49-F238E27FC236}">
                  <a16:creationId xmlns:a16="http://schemas.microsoft.com/office/drawing/2014/main" id="{EE89C746-C0F9-43B5-854E-8DF72631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70" name="Rectangle 55">
              <a:extLst>
                <a:ext uri="{FF2B5EF4-FFF2-40B4-BE49-F238E27FC236}">
                  <a16:creationId xmlns:a16="http://schemas.microsoft.com/office/drawing/2014/main" id="{7A11A8B3-0182-443A-951E-120AB4770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71" name="Rectangle 56">
              <a:extLst>
                <a:ext uri="{FF2B5EF4-FFF2-40B4-BE49-F238E27FC236}">
                  <a16:creationId xmlns:a16="http://schemas.microsoft.com/office/drawing/2014/main" id="{E8103306-D478-4666-886F-6E0DBD76E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72" name="Rectangle 57">
              <a:extLst>
                <a:ext uri="{FF2B5EF4-FFF2-40B4-BE49-F238E27FC236}">
                  <a16:creationId xmlns:a16="http://schemas.microsoft.com/office/drawing/2014/main" id="{7716617E-E79B-4D4D-8EE9-2DBFF6A4D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73" name="Rectangle 58">
              <a:extLst>
                <a:ext uri="{FF2B5EF4-FFF2-40B4-BE49-F238E27FC236}">
                  <a16:creationId xmlns:a16="http://schemas.microsoft.com/office/drawing/2014/main" id="{AAFEA2EA-2D74-4E4B-A98B-A61C32C67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5874" name="Rectangle 59">
              <a:extLst>
                <a:ext uri="{FF2B5EF4-FFF2-40B4-BE49-F238E27FC236}">
                  <a16:creationId xmlns:a16="http://schemas.microsoft.com/office/drawing/2014/main" id="{868F673A-E343-42DC-8FD0-90BA4AE9A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</p:grpSp>
      <p:sp>
        <p:nvSpPr>
          <p:cNvPr id="35853" name="Text Box 60">
            <a:extLst>
              <a:ext uri="{FF2B5EF4-FFF2-40B4-BE49-F238E27FC236}">
                <a16:creationId xmlns:a16="http://schemas.microsoft.com/office/drawing/2014/main" id="{7C317C02-9DF0-4026-9DF3-FF2C296C3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35854" name="Group 61">
            <a:extLst>
              <a:ext uri="{FF2B5EF4-FFF2-40B4-BE49-F238E27FC236}">
                <a16:creationId xmlns:a16="http://schemas.microsoft.com/office/drawing/2014/main" id="{8A99BFE2-3564-4606-996B-5DB9008588EA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4495800"/>
            <a:ext cx="533400" cy="533400"/>
            <a:chOff x="576" y="2400"/>
            <a:chExt cx="336" cy="336"/>
          </a:xfrm>
        </p:grpSpPr>
        <p:sp>
          <p:nvSpPr>
            <p:cNvPr id="35860" name="AutoShape 62">
              <a:extLst>
                <a:ext uri="{FF2B5EF4-FFF2-40B4-BE49-F238E27FC236}">
                  <a16:creationId xmlns:a16="http://schemas.microsoft.com/office/drawing/2014/main" id="{3B86DC4A-EB01-420A-B31D-D41F22EB2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61" name="Rectangle 63">
              <a:extLst>
                <a:ext uri="{FF2B5EF4-FFF2-40B4-BE49-F238E27FC236}">
                  <a16:creationId xmlns:a16="http://schemas.microsoft.com/office/drawing/2014/main" id="{55063D1F-ED5C-4D95-A103-10686317D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62" name="Rectangle 64">
              <a:extLst>
                <a:ext uri="{FF2B5EF4-FFF2-40B4-BE49-F238E27FC236}">
                  <a16:creationId xmlns:a16="http://schemas.microsoft.com/office/drawing/2014/main" id="{0FEF8FC0-9D19-4C70-A403-813C9046F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63" name="Rectangle 65">
              <a:extLst>
                <a:ext uri="{FF2B5EF4-FFF2-40B4-BE49-F238E27FC236}">
                  <a16:creationId xmlns:a16="http://schemas.microsoft.com/office/drawing/2014/main" id="{7B79A32A-E3E9-4653-8D56-A155EA3A3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5855" name="Group 66">
            <a:extLst>
              <a:ext uri="{FF2B5EF4-FFF2-40B4-BE49-F238E27FC236}">
                <a16:creationId xmlns:a16="http://schemas.microsoft.com/office/drawing/2014/main" id="{BD582D39-D6A8-4B6D-8561-750AD01E1423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4495800"/>
            <a:ext cx="533400" cy="533400"/>
            <a:chOff x="576" y="2400"/>
            <a:chExt cx="336" cy="336"/>
          </a:xfrm>
        </p:grpSpPr>
        <p:sp>
          <p:nvSpPr>
            <p:cNvPr id="35856" name="AutoShape 67">
              <a:extLst>
                <a:ext uri="{FF2B5EF4-FFF2-40B4-BE49-F238E27FC236}">
                  <a16:creationId xmlns:a16="http://schemas.microsoft.com/office/drawing/2014/main" id="{CE25F6E8-0EF3-4FF2-98D9-E4B53B24B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57" name="Rectangle 68">
              <a:extLst>
                <a:ext uri="{FF2B5EF4-FFF2-40B4-BE49-F238E27FC236}">
                  <a16:creationId xmlns:a16="http://schemas.microsoft.com/office/drawing/2014/main" id="{67D90318-5A9F-411E-B934-811EF82BA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58" name="Rectangle 69">
              <a:extLst>
                <a:ext uri="{FF2B5EF4-FFF2-40B4-BE49-F238E27FC236}">
                  <a16:creationId xmlns:a16="http://schemas.microsoft.com/office/drawing/2014/main" id="{DB09966C-E63B-44E7-AF45-C1583637C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5859" name="Rectangle 70">
              <a:extLst>
                <a:ext uri="{FF2B5EF4-FFF2-40B4-BE49-F238E27FC236}">
                  <a16:creationId xmlns:a16="http://schemas.microsoft.com/office/drawing/2014/main" id="{020FA13E-EFEB-4C25-A1E7-1120633F8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B37F0110-B880-464A-BF02-9E1AA0EA2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Wiring: Naïve Approach</a:t>
            </a:r>
          </a:p>
        </p:txBody>
      </p:sp>
      <p:grpSp>
        <p:nvGrpSpPr>
          <p:cNvPr id="36868" name="Group 3">
            <a:extLst>
              <a:ext uri="{FF2B5EF4-FFF2-40B4-BE49-F238E27FC236}">
                <a16:creationId xmlns:a16="http://schemas.microsoft.com/office/drawing/2014/main" id="{BAE036F0-4B6B-49C2-BDA8-C0AA16D6D177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810000"/>
            <a:ext cx="533400" cy="533400"/>
            <a:chOff x="576" y="2400"/>
            <a:chExt cx="336" cy="336"/>
          </a:xfrm>
        </p:grpSpPr>
        <p:sp>
          <p:nvSpPr>
            <p:cNvPr id="36938" name="AutoShape 4">
              <a:extLst>
                <a:ext uri="{FF2B5EF4-FFF2-40B4-BE49-F238E27FC236}">
                  <a16:creationId xmlns:a16="http://schemas.microsoft.com/office/drawing/2014/main" id="{2C576E03-F1FE-42B9-BD7F-3747621BA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39" name="Rectangle 5">
              <a:extLst>
                <a:ext uri="{FF2B5EF4-FFF2-40B4-BE49-F238E27FC236}">
                  <a16:creationId xmlns:a16="http://schemas.microsoft.com/office/drawing/2014/main" id="{A5230804-EEF0-4AEF-9968-425263C9E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40" name="Rectangle 6">
              <a:extLst>
                <a:ext uri="{FF2B5EF4-FFF2-40B4-BE49-F238E27FC236}">
                  <a16:creationId xmlns:a16="http://schemas.microsoft.com/office/drawing/2014/main" id="{09394F0C-7EC5-47FF-AB37-A3DD9089B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41" name="Rectangle 7">
              <a:extLst>
                <a:ext uri="{FF2B5EF4-FFF2-40B4-BE49-F238E27FC236}">
                  <a16:creationId xmlns:a16="http://schemas.microsoft.com/office/drawing/2014/main" id="{9EB5DCC9-1AA2-48BB-ABA4-83E8A8A66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69" name="Group 8">
            <a:extLst>
              <a:ext uri="{FF2B5EF4-FFF2-40B4-BE49-F238E27FC236}">
                <a16:creationId xmlns:a16="http://schemas.microsoft.com/office/drawing/2014/main" id="{9E31CA92-B1E2-4F30-A874-C65C69629D83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572000"/>
            <a:ext cx="533400" cy="533400"/>
            <a:chOff x="576" y="2400"/>
            <a:chExt cx="336" cy="336"/>
          </a:xfrm>
        </p:grpSpPr>
        <p:sp>
          <p:nvSpPr>
            <p:cNvPr id="36934" name="AutoShape 9">
              <a:extLst>
                <a:ext uri="{FF2B5EF4-FFF2-40B4-BE49-F238E27FC236}">
                  <a16:creationId xmlns:a16="http://schemas.microsoft.com/office/drawing/2014/main" id="{6DBF25AA-7EB0-4D76-9715-3C5A3165A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35" name="Rectangle 10">
              <a:extLst>
                <a:ext uri="{FF2B5EF4-FFF2-40B4-BE49-F238E27FC236}">
                  <a16:creationId xmlns:a16="http://schemas.microsoft.com/office/drawing/2014/main" id="{6AA080D3-92BF-4A66-8465-FB15C980B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36" name="Rectangle 11">
              <a:extLst>
                <a:ext uri="{FF2B5EF4-FFF2-40B4-BE49-F238E27FC236}">
                  <a16:creationId xmlns:a16="http://schemas.microsoft.com/office/drawing/2014/main" id="{91837884-9FA7-4FF5-87C1-3B6B001A6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37" name="Rectangle 12">
              <a:extLst>
                <a:ext uri="{FF2B5EF4-FFF2-40B4-BE49-F238E27FC236}">
                  <a16:creationId xmlns:a16="http://schemas.microsoft.com/office/drawing/2014/main" id="{F865A884-85E9-467D-B1A2-5FCFCA02D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70" name="Group 13">
            <a:extLst>
              <a:ext uri="{FF2B5EF4-FFF2-40B4-BE49-F238E27FC236}">
                <a16:creationId xmlns:a16="http://schemas.microsoft.com/office/drawing/2014/main" id="{A2EC417A-4787-4B74-BB7E-0A9DC6298AE4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133600"/>
            <a:ext cx="533400" cy="533400"/>
            <a:chOff x="576" y="2400"/>
            <a:chExt cx="336" cy="336"/>
          </a:xfrm>
        </p:grpSpPr>
        <p:sp>
          <p:nvSpPr>
            <p:cNvPr id="36930" name="AutoShape 14">
              <a:extLst>
                <a:ext uri="{FF2B5EF4-FFF2-40B4-BE49-F238E27FC236}">
                  <a16:creationId xmlns:a16="http://schemas.microsoft.com/office/drawing/2014/main" id="{33F24676-1B46-493D-B4F9-79C48FFE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31" name="Rectangle 15">
              <a:extLst>
                <a:ext uri="{FF2B5EF4-FFF2-40B4-BE49-F238E27FC236}">
                  <a16:creationId xmlns:a16="http://schemas.microsoft.com/office/drawing/2014/main" id="{46CE45CB-AD95-4D20-9070-8AC7906C4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32" name="Rectangle 16">
              <a:extLst>
                <a:ext uri="{FF2B5EF4-FFF2-40B4-BE49-F238E27FC236}">
                  <a16:creationId xmlns:a16="http://schemas.microsoft.com/office/drawing/2014/main" id="{CD3DCB00-2421-41D4-87FD-1DD63D803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33" name="Rectangle 17">
              <a:extLst>
                <a:ext uri="{FF2B5EF4-FFF2-40B4-BE49-F238E27FC236}">
                  <a16:creationId xmlns:a16="http://schemas.microsoft.com/office/drawing/2014/main" id="{DBAB658B-C12B-4844-A6CF-92A6388A2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71" name="Group 18">
            <a:extLst>
              <a:ext uri="{FF2B5EF4-FFF2-40B4-BE49-F238E27FC236}">
                <a16:creationId xmlns:a16="http://schemas.microsoft.com/office/drawing/2014/main" id="{839995DE-4B12-458E-BA07-9B08162D17C6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1905000"/>
            <a:ext cx="533400" cy="533400"/>
            <a:chOff x="576" y="2400"/>
            <a:chExt cx="336" cy="336"/>
          </a:xfrm>
        </p:grpSpPr>
        <p:sp>
          <p:nvSpPr>
            <p:cNvPr id="36926" name="AutoShape 19">
              <a:extLst>
                <a:ext uri="{FF2B5EF4-FFF2-40B4-BE49-F238E27FC236}">
                  <a16:creationId xmlns:a16="http://schemas.microsoft.com/office/drawing/2014/main" id="{1B3152E9-6899-4CF2-BD65-3258EC907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7" name="Rectangle 20">
              <a:extLst>
                <a:ext uri="{FF2B5EF4-FFF2-40B4-BE49-F238E27FC236}">
                  <a16:creationId xmlns:a16="http://schemas.microsoft.com/office/drawing/2014/main" id="{5BF44376-415D-4D7F-973B-C3A702A91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8" name="Rectangle 21">
              <a:extLst>
                <a:ext uri="{FF2B5EF4-FFF2-40B4-BE49-F238E27FC236}">
                  <a16:creationId xmlns:a16="http://schemas.microsoft.com/office/drawing/2014/main" id="{19F09DE9-7C64-4EC1-B326-3CD07B8D7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9" name="Rectangle 22">
              <a:extLst>
                <a:ext uri="{FF2B5EF4-FFF2-40B4-BE49-F238E27FC236}">
                  <a16:creationId xmlns:a16="http://schemas.microsoft.com/office/drawing/2014/main" id="{E9EABA35-6885-4559-82F3-1B71891FE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72" name="Group 23">
            <a:extLst>
              <a:ext uri="{FF2B5EF4-FFF2-40B4-BE49-F238E27FC236}">
                <a16:creationId xmlns:a16="http://schemas.microsoft.com/office/drawing/2014/main" id="{E2BD51D5-9ECD-4FC8-9493-D9923A4AC4CD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971800"/>
            <a:ext cx="533400" cy="533400"/>
            <a:chOff x="576" y="2400"/>
            <a:chExt cx="336" cy="336"/>
          </a:xfrm>
        </p:grpSpPr>
        <p:sp>
          <p:nvSpPr>
            <p:cNvPr id="36922" name="AutoShape 24">
              <a:extLst>
                <a:ext uri="{FF2B5EF4-FFF2-40B4-BE49-F238E27FC236}">
                  <a16:creationId xmlns:a16="http://schemas.microsoft.com/office/drawing/2014/main" id="{8D9383EA-8528-4EAB-BFCA-1E8C99FC5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3" name="Rectangle 25">
              <a:extLst>
                <a:ext uri="{FF2B5EF4-FFF2-40B4-BE49-F238E27FC236}">
                  <a16:creationId xmlns:a16="http://schemas.microsoft.com/office/drawing/2014/main" id="{C2E40F73-4B18-43EE-97C8-A37E1E11A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4" name="Rectangle 26">
              <a:extLst>
                <a:ext uri="{FF2B5EF4-FFF2-40B4-BE49-F238E27FC236}">
                  <a16:creationId xmlns:a16="http://schemas.microsoft.com/office/drawing/2014/main" id="{9781D35C-D0D8-46B4-829D-00B88EE61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5" name="Rectangle 27">
              <a:extLst>
                <a:ext uri="{FF2B5EF4-FFF2-40B4-BE49-F238E27FC236}">
                  <a16:creationId xmlns:a16="http://schemas.microsoft.com/office/drawing/2014/main" id="{B30B55AC-66E0-41EF-8AEC-7070B480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73" name="Group 28">
            <a:extLst>
              <a:ext uri="{FF2B5EF4-FFF2-40B4-BE49-F238E27FC236}">
                <a16:creationId xmlns:a16="http://schemas.microsoft.com/office/drawing/2014/main" id="{5919B2BA-054B-461A-8844-AA922C3785BC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209800"/>
            <a:ext cx="533400" cy="533400"/>
            <a:chOff x="576" y="2400"/>
            <a:chExt cx="336" cy="336"/>
          </a:xfrm>
        </p:grpSpPr>
        <p:sp>
          <p:nvSpPr>
            <p:cNvPr id="36918" name="AutoShape 29">
              <a:extLst>
                <a:ext uri="{FF2B5EF4-FFF2-40B4-BE49-F238E27FC236}">
                  <a16:creationId xmlns:a16="http://schemas.microsoft.com/office/drawing/2014/main" id="{13A202BD-851D-4CF2-8198-79FDA6EC5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19" name="Rectangle 30">
              <a:extLst>
                <a:ext uri="{FF2B5EF4-FFF2-40B4-BE49-F238E27FC236}">
                  <a16:creationId xmlns:a16="http://schemas.microsoft.com/office/drawing/2014/main" id="{15671148-DA4E-47B8-BAE2-B04319889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0" name="Rectangle 31">
              <a:extLst>
                <a:ext uri="{FF2B5EF4-FFF2-40B4-BE49-F238E27FC236}">
                  <a16:creationId xmlns:a16="http://schemas.microsoft.com/office/drawing/2014/main" id="{7B2EC843-3C80-480B-AC13-6B590DD88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21" name="Rectangle 32">
              <a:extLst>
                <a:ext uri="{FF2B5EF4-FFF2-40B4-BE49-F238E27FC236}">
                  <a16:creationId xmlns:a16="http://schemas.microsoft.com/office/drawing/2014/main" id="{B19857C2-8E0D-4459-AB12-7732DB994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74" name="Group 33">
            <a:extLst>
              <a:ext uri="{FF2B5EF4-FFF2-40B4-BE49-F238E27FC236}">
                <a16:creationId xmlns:a16="http://schemas.microsoft.com/office/drawing/2014/main" id="{881A97DA-252D-40FE-A3C5-2C2778829B1A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524000"/>
            <a:ext cx="533400" cy="533400"/>
            <a:chOff x="576" y="2400"/>
            <a:chExt cx="336" cy="336"/>
          </a:xfrm>
        </p:grpSpPr>
        <p:sp>
          <p:nvSpPr>
            <p:cNvPr id="36914" name="AutoShape 34">
              <a:extLst>
                <a:ext uri="{FF2B5EF4-FFF2-40B4-BE49-F238E27FC236}">
                  <a16:creationId xmlns:a16="http://schemas.microsoft.com/office/drawing/2014/main" id="{57BA9437-B1C3-4324-B589-1614A2096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15" name="Rectangle 35">
              <a:extLst>
                <a:ext uri="{FF2B5EF4-FFF2-40B4-BE49-F238E27FC236}">
                  <a16:creationId xmlns:a16="http://schemas.microsoft.com/office/drawing/2014/main" id="{8AA9F448-574D-4319-B513-F8497B10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16" name="Rectangle 36">
              <a:extLst>
                <a:ext uri="{FF2B5EF4-FFF2-40B4-BE49-F238E27FC236}">
                  <a16:creationId xmlns:a16="http://schemas.microsoft.com/office/drawing/2014/main" id="{E9A43C6F-05F6-4982-B5FD-45E00BB7E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17" name="Rectangle 37">
              <a:extLst>
                <a:ext uri="{FF2B5EF4-FFF2-40B4-BE49-F238E27FC236}">
                  <a16:creationId xmlns:a16="http://schemas.microsoft.com/office/drawing/2014/main" id="{07467C55-E9E5-4964-AE75-9ACFBF0FF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75" name="Group 38">
            <a:extLst>
              <a:ext uri="{FF2B5EF4-FFF2-40B4-BE49-F238E27FC236}">
                <a16:creationId xmlns:a16="http://schemas.microsoft.com/office/drawing/2014/main" id="{B6A1C567-AAFB-4502-B90B-52EBE233192D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962400"/>
            <a:ext cx="533400" cy="533400"/>
            <a:chOff x="576" y="2400"/>
            <a:chExt cx="336" cy="336"/>
          </a:xfrm>
        </p:grpSpPr>
        <p:sp>
          <p:nvSpPr>
            <p:cNvPr id="36910" name="AutoShape 39">
              <a:extLst>
                <a:ext uri="{FF2B5EF4-FFF2-40B4-BE49-F238E27FC236}">
                  <a16:creationId xmlns:a16="http://schemas.microsoft.com/office/drawing/2014/main" id="{FC5022C7-4947-4075-82B9-D460AD8C8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11" name="Rectangle 40">
              <a:extLst>
                <a:ext uri="{FF2B5EF4-FFF2-40B4-BE49-F238E27FC236}">
                  <a16:creationId xmlns:a16="http://schemas.microsoft.com/office/drawing/2014/main" id="{B00BD677-7DB6-464F-A427-93C0C2AB3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12" name="Rectangle 41">
              <a:extLst>
                <a:ext uri="{FF2B5EF4-FFF2-40B4-BE49-F238E27FC236}">
                  <a16:creationId xmlns:a16="http://schemas.microsoft.com/office/drawing/2014/main" id="{31A284C0-BD1E-4EA0-AD30-4B4AA55EB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13" name="Rectangle 42">
              <a:extLst>
                <a:ext uri="{FF2B5EF4-FFF2-40B4-BE49-F238E27FC236}">
                  <a16:creationId xmlns:a16="http://schemas.microsoft.com/office/drawing/2014/main" id="{74BB28EB-B35B-4AE2-9BF7-C40333AC6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36876" name="Text Box 55">
            <a:extLst>
              <a:ext uri="{FF2B5EF4-FFF2-40B4-BE49-F238E27FC236}">
                <a16:creationId xmlns:a16="http://schemas.microsoft.com/office/drawing/2014/main" id="{E1F903DF-3289-43F2-8348-834B396F2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36877" name="Group 56">
            <a:extLst>
              <a:ext uri="{FF2B5EF4-FFF2-40B4-BE49-F238E27FC236}">
                <a16:creationId xmlns:a16="http://schemas.microsoft.com/office/drawing/2014/main" id="{809504FD-C818-47C0-8382-AADF096C7AD2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4495800"/>
            <a:ext cx="533400" cy="533400"/>
            <a:chOff x="576" y="2400"/>
            <a:chExt cx="336" cy="336"/>
          </a:xfrm>
        </p:grpSpPr>
        <p:sp>
          <p:nvSpPr>
            <p:cNvPr id="36906" name="AutoShape 57">
              <a:extLst>
                <a:ext uri="{FF2B5EF4-FFF2-40B4-BE49-F238E27FC236}">
                  <a16:creationId xmlns:a16="http://schemas.microsoft.com/office/drawing/2014/main" id="{F33863C7-1F43-4A1E-A6D1-93CF8BA41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07" name="Rectangle 58">
              <a:extLst>
                <a:ext uri="{FF2B5EF4-FFF2-40B4-BE49-F238E27FC236}">
                  <a16:creationId xmlns:a16="http://schemas.microsoft.com/office/drawing/2014/main" id="{AFB9FE1D-1508-4B56-A66B-B5C7E1E97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08" name="Rectangle 59">
              <a:extLst>
                <a:ext uri="{FF2B5EF4-FFF2-40B4-BE49-F238E27FC236}">
                  <a16:creationId xmlns:a16="http://schemas.microsoft.com/office/drawing/2014/main" id="{E32BECB4-2423-421E-AFA0-A2C7AEE1E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09" name="Rectangle 60">
              <a:extLst>
                <a:ext uri="{FF2B5EF4-FFF2-40B4-BE49-F238E27FC236}">
                  <a16:creationId xmlns:a16="http://schemas.microsoft.com/office/drawing/2014/main" id="{ED4B70A2-642A-487D-B106-C3FFE64BC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6878" name="Group 61">
            <a:extLst>
              <a:ext uri="{FF2B5EF4-FFF2-40B4-BE49-F238E27FC236}">
                <a16:creationId xmlns:a16="http://schemas.microsoft.com/office/drawing/2014/main" id="{3AD9BB8F-2112-498D-ABA7-60431E4DEAD3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4495800"/>
            <a:ext cx="533400" cy="533400"/>
            <a:chOff x="576" y="2400"/>
            <a:chExt cx="336" cy="336"/>
          </a:xfrm>
        </p:grpSpPr>
        <p:sp>
          <p:nvSpPr>
            <p:cNvPr id="36902" name="AutoShape 62">
              <a:extLst>
                <a:ext uri="{FF2B5EF4-FFF2-40B4-BE49-F238E27FC236}">
                  <a16:creationId xmlns:a16="http://schemas.microsoft.com/office/drawing/2014/main" id="{3FCD8424-B4FD-42A4-946A-D56CF39EF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03" name="Rectangle 63">
              <a:extLst>
                <a:ext uri="{FF2B5EF4-FFF2-40B4-BE49-F238E27FC236}">
                  <a16:creationId xmlns:a16="http://schemas.microsoft.com/office/drawing/2014/main" id="{93A1A9EE-9790-4D5C-B9B7-59E9DB857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04" name="Rectangle 64">
              <a:extLst>
                <a:ext uri="{FF2B5EF4-FFF2-40B4-BE49-F238E27FC236}">
                  <a16:creationId xmlns:a16="http://schemas.microsoft.com/office/drawing/2014/main" id="{DB987B69-6896-48B8-85E4-048D8BE89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905" name="Rectangle 65">
              <a:extLst>
                <a:ext uri="{FF2B5EF4-FFF2-40B4-BE49-F238E27FC236}">
                  <a16:creationId xmlns:a16="http://schemas.microsoft.com/office/drawing/2014/main" id="{AF25221F-B356-47D1-AB2A-F45460B7E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cxnSp>
        <p:nvCxnSpPr>
          <p:cNvPr id="36879" name="AutoShape 66">
            <a:extLst>
              <a:ext uri="{FF2B5EF4-FFF2-40B4-BE49-F238E27FC236}">
                <a16:creationId xmlns:a16="http://schemas.microsoft.com/office/drawing/2014/main" id="{FA146477-6491-43F4-B82A-CDD3FFA83AEF}"/>
              </a:ext>
            </a:extLst>
          </p:cNvPr>
          <p:cNvCxnSpPr>
            <a:cxnSpLocks noChangeShapeType="1"/>
            <a:stCxn id="36898" idx="0"/>
            <a:endCxn id="36931" idx="2"/>
          </p:cNvCxnSpPr>
          <p:nvPr/>
        </p:nvCxnSpPr>
        <p:spPr bwMode="auto">
          <a:xfrm flipH="1" flipV="1">
            <a:off x="5143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0" name="AutoShape 67">
            <a:extLst>
              <a:ext uri="{FF2B5EF4-FFF2-40B4-BE49-F238E27FC236}">
                <a16:creationId xmlns:a16="http://schemas.microsoft.com/office/drawing/2014/main" id="{A017AFA7-0B61-4985-AB6C-374D5A52165B}"/>
              </a:ext>
            </a:extLst>
          </p:cNvPr>
          <p:cNvCxnSpPr>
            <a:cxnSpLocks noChangeShapeType="1"/>
            <a:stCxn id="36898" idx="0"/>
            <a:endCxn id="36923" idx="3"/>
          </p:cNvCxnSpPr>
          <p:nvPr/>
        </p:nvCxnSpPr>
        <p:spPr bwMode="auto">
          <a:xfrm flipH="1" flipV="1">
            <a:off x="4346576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1" name="AutoShape 68">
            <a:extLst>
              <a:ext uri="{FF2B5EF4-FFF2-40B4-BE49-F238E27FC236}">
                <a16:creationId xmlns:a16="http://schemas.microsoft.com/office/drawing/2014/main" id="{FE8DB6FD-4BF6-401D-9614-B08FE6E79E44}"/>
              </a:ext>
            </a:extLst>
          </p:cNvPr>
          <p:cNvCxnSpPr>
            <a:cxnSpLocks noChangeShapeType="1"/>
            <a:stCxn id="36898" idx="0"/>
            <a:endCxn id="36911" idx="3"/>
          </p:cNvCxnSpPr>
          <p:nvPr/>
        </p:nvCxnSpPr>
        <p:spPr bwMode="auto">
          <a:xfrm flipH="1">
            <a:off x="3965576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2" name="AutoShape 69">
            <a:extLst>
              <a:ext uri="{FF2B5EF4-FFF2-40B4-BE49-F238E27FC236}">
                <a16:creationId xmlns:a16="http://schemas.microsoft.com/office/drawing/2014/main" id="{656A30F4-5B06-42F0-83DF-B327D5FD3EEE}"/>
              </a:ext>
            </a:extLst>
          </p:cNvPr>
          <p:cNvCxnSpPr>
            <a:cxnSpLocks noChangeShapeType="1"/>
            <a:stCxn id="36898" idx="0"/>
            <a:endCxn id="36938" idx="5"/>
          </p:cNvCxnSpPr>
          <p:nvPr/>
        </p:nvCxnSpPr>
        <p:spPr bwMode="auto">
          <a:xfrm flipH="1">
            <a:off x="28384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3" name="AutoShape 70">
            <a:extLst>
              <a:ext uri="{FF2B5EF4-FFF2-40B4-BE49-F238E27FC236}">
                <a16:creationId xmlns:a16="http://schemas.microsoft.com/office/drawing/2014/main" id="{15C94768-74D4-40D9-860B-E2F0CD27B9FE}"/>
              </a:ext>
            </a:extLst>
          </p:cNvPr>
          <p:cNvCxnSpPr>
            <a:cxnSpLocks noChangeShapeType="1"/>
            <a:stCxn id="36919" idx="3"/>
            <a:endCxn id="36898" idx="0"/>
          </p:cNvCxnSpPr>
          <p:nvPr/>
        </p:nvCxnSpPr>
        <p:spPr bwMode="auto">
          <a:xfrm>
            <a:off x="3127376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4" name="AutoShape 71">
            <a:extLst>
              <a:ext uri="{FF2B5EF4-FFF2-40B4-BE49-F238E27FC236}">
                <a16:creationId xmlns:a16="http://schemas.microsoft.com/office/drawing/2014/main" id="{83309129-F0FC-420A-8E11-9208567DEEC6}"/>
              </a:ext>
            </a:extLst>
          </p:cNvPr>
          <p:cNvCxnSpPr>
            <a:cxnSpLocks noChangeShapeType="1"/>
            <a:stCxn id="36898" idx="0"/>
            <a:endCxn id="36915" idx="2"/>
          </p:cNvCxnSpPr>
          <p:nvPr/>
        </p:nvCxnSpPr>
        <p:spPr bwMode="auto">
          <a:xfrm flipH="1" flipV="1">
            <a:off x="36195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5" name="AutoShape 72">
            <a:extLst>
              <a:ext uri="{FF2B5EF4-FFF2-40B4-BE49-F238E27FC236}">
                <a16:creationId xmlns:a16="http://schemas.microsoft.com/office/drawing/2014/main" id="{2DB491A5-6966-487C-86CF-6A52041DAA52}"/>
              </a:ext>
            </a:extLst>
          </p:cNvPr>
          <p:cNvCxnSpPr>
            <a:cxnSpLocks noChangeShapeType="1"/>
            <a:stCxn id="36898" idx="0"/>
            <a:endCxn id="36934" idx="0"/>
          </p:cNvCxnSpPr>
          <p:nvPr/>
        </p:nvCxnSpPr>
        <p:spPr bwMode="auto">
          <a:xfrm>
            <a:off x="6477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6" name="AutoShape 73">
            <a:extLst>
              <a:ext uri="{FF2B5EF4-FFF2-40B4-BE49-F238E27FC236}">
                <a16:creationId xmlns:a16="http://schemas.microsoft.com/office/drawing/2014/main" id="{AB592E7D-9EF7-4266-987B-7EAD8E90ADE9}"/>
              </a:ext>
            </a:extLst>
          </p:cNvPr>
          <p:cNvCxnSpPr>
            <a:cxnSpLocks noChangeShapeType="1"/>
            <a:stCxn id="36898" idx="0"/>
            <a:endCxn id="36902" idx="1"/>
          </p:cNvCxnSpPr>
          <p:nvPr/>
        </p:nvCxnSpPr>
        <p:spPr bwMode="auto">
          <a:xfrm>
            <a:off x="64770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7" name="AutoShape 74">
            <a:extLst>
              <a:ext uri="{FF2B5EF4-FFF2-40B4-BE49-F238E27FC236}">
                <a16:creationId xmlns:a16="http://schemas.microsoft.com/office/drawing/2014/main" id="{96283D79-EEF1-48D1-8D27-AD2914B52EAB}"/>
              </a:ext>
            </a:extLst>
          </p:cNvPr>
          <p:cNvCxnSpPr>
            <a:cxnSpLocks noChangeShapeType="1"/>
            <a:stCxn id="36898" idx="0"/>
            <a:endCxn id="36906" idx="1"/>
          </p:cNvCxnSpPr>
          <p:nvPr/>
        </p:nvCxnSpPr>
        <p:spPr bwMode="auto">
          <a:xfrm>
            <a:off x="64770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8" name="AutoShape 75">
            <a:extLst>
              <a:ext uri="{FF2B5EF4-FFF2-40B4-BE49-F238E27FC236}">
                <a16:creationId xmlns:a16="http://schemas.microsoft.com/office/drawing/2014/main" id="{7C43AF6B-4D33-47FA-A40F-D3E935A0DB71}"/>
              </a:ext>
            </a:extLst>
          </p:cNvPr>
          <p:cNvCxnSpPr>
            <a:cxnSpLocks noChangeShapeType="1"/>
            <a:stCxn id="36898" idx="0"/>
            <a:endCxn id="36927" idx="1"/>
          </p:cNvCxnSpPr>
          <p:nvPr/>
        </p:nvCxnSpPr>
        <p:spPr bwMode="auto">
          <a:xfrm flipV="1">
            <a:off x="647700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889" name="Group 76">
            <a:extLst>
              <a:ext uri="{FF2B5EF4-FFF2-40B4-BE49-F238E27FC236}">
                <a16:creationId xmlns:a16="http://schemas.microsoft.com/office/drawing/2014/main" id="{3E4C5824-5348-481F-BFAA-FA3D6B0FF176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048000"/>
            <a:ext cx="1371600" cy="762000"/>
            <a:chOff x="2688" y="2064"/>
            <a:chExt cx="864" cy="480"/>
          </a:xfrm>
        </p:grpSpPr>
        <p:sp>
          <p:nvSpPr>
            <p:cNvPr id="36891" name="Rectangle 44">
              <a:extLst>
                <a:ext uri="{FF2B5EF4-FFF2-40B4-BE49-F238E27FC236}">
                  <a16:creationId xmlns:a16="http://schemas.microsoft.com/office/drawing/2014/main" id="{7A4F5624-5FC4-4013-AF1E-A6F09F673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6892" name="Rectangle 45">
              <a:extLst>
                <a:ext uri="{FF2B5EF4-FFF2-40B4-BE49-F238E27FC236}">
                  <a16:creationId xmlns:a16="http://schemas.microsoft.com/office/drawing/2014/main" id="{F56CCBF1-C3A8-4538-ACD9-954A9AE70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893" name="Rectangle 46">
              <a:extLst>
                <a:ext uri="{FF2B5EF4-FFF2-40B4-BE49-F238E27FC236}">
                  <a16:creationId xmlns:a16="http://schemas.microsoft.com/office/drawing/2014/main" id="{8150C3F3-5696-4FCB-B04F-385D392BD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894" name="Rectangle 47">
              <a:extLst>
                <a:ext uri="{FF2B5EF4-FFF2-40B4-BE49-F238E27FC236}">
                  <a16:creationId xmlns:a16="http://schemas.microsoft.com/office/drawing/2014/main" id="{C6FF197D-B20F-4BB4-9565-96990150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895" name="Rectangle 48">
              <a:extLst>
                <a:ext uri="{FF2B5EF4-FFF2-40B4-BE49-F238E27FC236}">
                  <a16:creationId xmlns:a16="http://schemas.microsoft.com/office/drawing/2014/main" id="{E846CBEC-C9CD-4AB4-A400-B3994DE16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896" name="Rectangle 49">
              <a:extLst>
                <a:ext uri="{FF2B5EF4-FFF2-40B4-BE49-F238E27FC236}">
                  <a16:creationId xmlns:a16="http://schemas.microsoft.com/office/drawing/2014/main" id="{41C2C1FC-E83F-48BF-A55F-7C95AFBC8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897" name="Rectangle 50">
              <a:extLst>
                <a:ext uri="{FF2B5EF4-FFF2-40B4-BE49-F238E27FC236}">
                  <a16:creationId xmlns:a16="http://schemas.microsoft.com/office/drawing/2014/main" id="{99CBEEC2-1FA3-4E3A-BBF3-311E97FC3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898" name="Rectangle 51">
              <a:extLst>
                <a:ext uri="{FF2B5EF4-FFF2-40B4-BE49-F238E27FC236}">
                  <a16:creationId xmlns:a16="http://schemas.microsoft.com/office/drawing/2014/main" id="{3A080944-2202-4CD5-8497-96B8BBB5B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899" name="Rectangle 52">
              <a:extLst>
                <a:ext uri="{FF2B5EF4-FFF2-40B4-BE49-F238E27FC236}">
                  <a16:creationId xmlns:a16="http://schemas.microsoft.com/office/drawing/2014/main" id="{C385A9D3-2437-4E42-94D0-3F04657D6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900" name="Rectangle 53">
              <a:extLst>
                <a:ext uri="{FF2B5EF4-FFF2-40B4-BE49-F238E27FC236}">
                  <a16:creationId xmlns:a16="http://schemas.microsoft.com/office/drawing/2014/main" id="{52B4EDD5-D53B-4857-B0AA-8FC31C07A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6901" name="Rectangle 54">
              <a:extLst>
                <a:ext uri="{FF2B5EF4-FFF2-40B4-BE49-F238E27FC236}">
                  <a16:creationId xmlns:a16="http://schemas.microsoft.com/office/drawing/2014/main" id="{AD089DF4-9D0F-4303-8E7E-AB300B465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</p:grpSp>
      <p:sp>
        <p:nvSpPr>
          <p:cNvPr id="36890" name="Text Box 78">
            <a:extLst>
              <a:ext uri="{FF2B5EF4-FFF2-40B4-BE49-F238E27FC236}">
                <a16:creationId xmlns:a16="http://schemas.microsoft.com/office/drawing/2014/main" id="{2C3D1DC7-F05A-4897-9256-0F3437751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5410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7013" indent="-227013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="1">
                <a:latin typeface="Arial" panose="020B0604020202020204" pitchFamily="34" charset="0"/>
              </a:rPr>
              <a:t>Expensive!</a:t>
            </a:r>
            <a:endParaRPr lang="en-US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027D7C5A-51C9-4164-A854-2E8EA0668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Wiring: Better Approach</a:t>
            </a:r>
          </a:p>
        </p:txBody>
      </p:sp>
      <p:grpSp>
        <p:nvGrpSpPr>
          <p:cNvPr id="37892" name="Group 66">
            <a:extLst>
              <a:ext uri="{FF2B5EF4-FFF2-40B4-BE49-F238E27FC236}">
                <a16:creationId xmlns:a16="http://schemas.microsoft.com/office/drawing/2014/main" id="{F818A263-DDCC-4696-8DDC-2316D09F0D54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810000"/>
            <a:ext cx="533400" cy="533400"/>
            <a:chOff x="576" y="2400"/>
            <a:chExt cx="336" cy="336"/>
          </a:xfrm>
        </p:grpSpPr>
        <p:sp>
          <p:nvSpPr>
            <p:cNvPr id="37962" name="AutoShape 67">
              <a:extLst>
                <a:ext uri="{FF2B5EF4-FFF2-40B4-BE49-F238E27FC236}">
                  <a16:creationId xmlns:a16="http://schemas.microsoft.com/office/drawing/2014/main" id="{AED4B1D8-3FB2-4234-8D7D-88ED5CDE1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63" name="Rectangle 68">
              <a:extLst>
                <a:ext uri="{FF2B5EF4-FFF2-40B4-BE49-F238E27FC236}">
                  <a16:creationId xmlns:a16="http://schemas.microsoft.com/office/drawing/2014/main" id="{0C0BECDD-25C6-4FA3-8A24-47A81B74C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64" name="Rectangle 69">
              <a:extLst>
                <a:ext uri="{FF2B5EF4-FFF2-40B4-BE49-F238E27FC236}">
                  <a16:creationId xmlns:a16="http://schemas.microsoft.com/office/drawing/2014/main" id="{D074C5AF-7537-4862-912E-64625D117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65" name="Rectangle 70">
              <a:extLst>
                <a:ext uri="{FF2B5EF4-FFF2-40B4-BE49-F238E27FC236}">
                  <a16:creationId xmlns:a16="http://schemas.microsoft.com/office/drawing/2014/main" id="{CF32B017-65EE-4499-BFB1-61FBDBE9E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893" name="Group 71">
            <a:extLst>
              <a:ext uri="{FF2B5EF4-FFF2-40B4-BE49-F238E27FC236}">
                <a16:creationId xmlns:a16="http://schemas.microsoft.com/office/drawing/2014/main" id="{DC7B1B2A-E4A0-4DAD-9260-093F9C065B18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4572000"/>
            <a:ext cx="533400" cy="533400"/>
            <a:chOff x="576" y="2400"/>
            <a:chExt cx="336" cy="336"/>
          </a:xfrm>
        </p:grpSpPr>
        <p:sp>
          <p:nvSpPr>
            <p:cNvPr id="37958" name="AutoShape 72">
              <a:extLst>
                <a:ext uri="{FF2B5EF4-FFF2-40B4-BE49-F238E27FC236}">
                  <a16:creationId xmlns:a16="http://schemas.microsoft.com/office/drawing/2014/main" id="{FC36C6E4-A07C-4B92-8709-75F446F7D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59" name="Rectangle 73">
              <a:extLst>
                <a:ext uri="{FF2B5EF4-FFF2-40B4-BE49-F238E27FC236}">
                  <a16:creationId xmlns:a16="http://schemas.microsoft.com/office/drawing/2014/main" id="{10B4BE65-D765-4F67-9907-D539412EB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60" name="Rectangle 74">
              <a:extLst>
                <a:ext uri="{FF2B5EF4-FFF2-40B4-BE49-F238E27FC236}">
                  <a16:creationId xmlns:a16="http://schemas.microsoft.com/office/drawing/2014/main" id="{413A69EC-A111-4C88-89FA-0AAAEFFD0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61" name="Rectangle 75">
              <a:extLst>
                <a:ext uri="{FF2B5EF4-FFF2-40B4-BE49-F238E27FC236}">
                  <a16:creationId xmlns:a16="http://schemas.microsoft.com/office/drawing/2014/main" id="{4A57B75A-8197-4827-8A4A-06777EA27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894" name="Group 76">
            <a:extLst>
              <a:ext uri="{FF2B5EF4-FFF2-40B4-BE49-F238E27FC236}">
                <a16:creationId xmlns:a16="http://schemas.microsoft.com/office/drawing/2014/main" id="{C310C6B5-3103-4D49-92C6-A68F53D3537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133600"/>
            <a:ext cx="533400" cy="533400"/>
            <a:chOff x="576" y="2400"/>
            <a:chExt cx="336" cy="336"/>
          </a:xfrm>
        </p:grpSpPr>
        <p:sp>
          <p:nvSpPr>
            <p:cNvPr id="37954" name="AutoShape 77">
              <a:extLst>
                <a:ext uri="{FF2B5EF4-FFF2-40B4-BE49-F238E27FC236}">
                  <a16:creationId xmlns:a16="http://schemas.microsoft.com/office/drawing/2014/main" id="{A792CD71-5836-4540-A398-2BD76A6BA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55" name="Rectangle 78">
              <a:extLst>
                <a:ext uri="{FF2B5EF4-FFF2-40B4-BE49-F238E27FC236}">
                  <a16:creationId xmlns:a16="http://schemas.microsoft.com/office/drawing/2014/main" id="{8F10CCEE-1F30-40E0-BF01-3F7589E9F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56" name="Rectangle 79">
              <a:extLst>
                <a:ext uri="{FF2B5EF4-FFF2-40B4-BE49-F238E27FC236}">
                  <a16:creationId xmlns:a16="http://schemas.microsoft.com/office/drawing/2014/main" id="{2431C4FA-7D72-4B94-9BA0-1B9453FA7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57" name="Rectangle 80">
              <a:extLst>
                <a:ext uri="{FF2B5EF4-FFF2-40B4-BE49-F238E27FC236}">
                  <a16:creationId xmlns:a16="http://schemas.microsoft.com/office/drawing/2014/main" id="{58B865B8-3567-4F5A-B058-66393C69B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895" name="Group 81">
            <a:extLst>
              <a:ext uri="{FF2B5EF4-FFF2-40B4-BE49-F238E27FC236}">
                <a16:creationId xmlns:a16="http://schemas.microsoft.com/office/drawing/2014/main" id="{275595A7-0AE1-4C09-94E6-0578773C2A0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1905000"/>
            <a:ext cx="533400" cy="533400"/>
            <a:chOff x="576" y="2400"/>
            <a:chExt cx="336" cy="336"/>
          </a:xfrm>
        </p:grpSpPr>
        <p:sp>
          <p:nvSpPr>
            <p:cNvPr id="37950" name="AutoShape 82">
              <a:extLst>
                <a:ext uri="{FF2B5EF4-FFF2-40B4-BE49-F238E27FC236}">
                  <a16:creationId xmlns:a16="http://schemas.microsoft.com/office/drawing/2014/main" id="{F0AED256-2CEC-4287-B9DA-B4FFA1C72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51" name="Rectangle 83">
              <a:extLst>
                <a:ext uri="{FF2B5EF4-FFF2-40B4-BE49-F238E27FC236}">
                  <a16:creationId xmlns:a16="http://schemas.microsoft.com/office/drawing/2014/main" id="{D0EE5163-D0D4-4554-9423-DEA2D8ED8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52" name="Rectangle 84">
              <a:extLst>
                <a:ext uri="{FF2B5EF4-FFF2-40B4-BE49-F238E27FC236}">
                  <a16:creationId xmlns:a16="http://schemas.microsoft.com/office/drawing/2014/main" id="{6433FB72-7E33-4ABA-9169-FE6A481CB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53" name="Rectangle 85">
              <a:extLst>
                <a:ext uri="{FF2B5EF4-FFF2-40B4-BE49-F238E27FC236}">
                  <a16:creationId xmlns:a16="http://schemas.microsoft.com/office/drawing/2014/main" id="{58C42EEB-6898-4F86-9479-865EE1F18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896" name="Group 86">
            <a:extLst>
              <a:ext uri="{FF2B5EF4-FFF2-40B4-BE49-F238E27FC236}">
                <a16:creationId xmlns:a16="http://schemas.microsoft.com/office/drawing/2014/main" id="{8A4F66D7-37BB-4962-B408-60492AC70CA5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971800"/>
            <a:ext cx="533400" cy="533400"/>
            <a:chOff x="576" y="2400"/>
            <a:chExt cx="336" cy="336"/>
          </a:xfrm>
        </p:grpSpPr>
        <p:sp>
          <p:nvSpPr>
            <p:cNvPr id="37946" name="AutoShape 87">
              <a:extLst>
                <a:ext uri="{FF2B5EF4-FFF2-40B4-BE49-F238E27FC236}">
                  <a16:creationId xmlns:a16="http://schemas.microsoft.com/office/drawing/2014/main" id="{01DCB820-5019-4E82-9885-AB1A3592C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7" name="Rectangle 88">
              <a:extLst>
                <a:ext uri="{FF2B5EF4-FFF2-40B4-BE49-F238E27FC236}">
                  <a16:creationId xmlns:a16="http://schemas.microsoft.com/office/drawing/2014/main" id="{A0BDFE07-FE84-4E3C-9EDC-93200CCE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8" name="Rectangle 89">
              <a:extLst>
                <a:ext uri="{FF2B5EF4-FFF2-40B4-BE49-F238E27FC236}">
                  <a16:creationId xmlns:a16="http://schemas.microsoft.com/office/drawing/2014/main" id="{2486B0BD-20FF-4D14-A7AC-083819E23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9" name="Rectangle 90">
              <a:extLst>
                <a:ext uri="{FF2B5EF4-FFF2-40B4-BE49-F238E27FC236}">
                  <a16:creationId xmlns:a16="http://schemas.microsoft.com/office/drawing/2014/main" id="{033763A6-BC70-4EB2-931D-C7087E5D7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897" name="Group 91">
            <a:extLst>
              <a:ext uri="{FF2B5EF4-FFF2-40B4-BE49-F238E27FC236}">
                <a16:creationId xmlns:a16="http://schemas.microsoft.com/office/drawing/2014/main" id="{8E43F7A0-44B0-434A-B515-D3247CBEC31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209800"/>
            <a:ext cx="533400" cy="533400"/>
            <a:chOff x="576" y="2400"/>
            <a:chExt cx="336" cy="336"/>
          </a:xfrm>
        </p:grpSpPr>
        <p:sp>
          <p:nvSpPr>
            <p:cNvPr id="37942" name="AutoShape 92">
              <a:extLst>
                <a:ext uri="{FF2B5EF4-FFF2-40B4-BE49-F238E27FC236}">
                  <a16:creationId xmlns:a16="http://schemas.microsoft.com/office/drawing/2014/main" id="{B826BC74-1B23-4F17-939F-13CCAEE09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3" name="Rectangle 93">
              <a:extLst>
                <a:ext uri="{FF2B5EF4-FFF2-40B4-BE49-F238E27FC236}">
                  <a16:creationId xmlns:a16="http://schemas.microsoft.com/office/drawing/2014/main" id="{7F5B406F-6097-492B-A887-BD0692201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4" name="Rectangle 94">
              <a:extLst>
                <a:ext uri="{FF2B5EF4-FFF2-40B4-BE49-F238E27FC236}">
                  <a16:creationId xmlns:a16="http://schemas.microsoft.com/office/drawing/2014/main" id="{7BD71532-4D9E-443A-8241-EE936E499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5" name="Rectangle 95">
              <a:extLst>
                <a:ext uri="{FF2B5EF4-FFF2-40B4-BE49-F238E27FC236}">
                  <a16:creationId xmlns:a16="http://schemas.microsoft.com/office/drawing/2014/main" id="{400CD77C-4FD9-4E05-A1AD-65CB1AE44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898" name="Group 96">
            <a:extLst>
              <a:ext uri="{FF2B5EF4-FFF2-40B4-BE49-F238E27FC236}">
                <a16:creationId xmlns:a16="http://schemas.microsoft.com/office/drawing/2014/main" id="{DF213747-0E68-4672-8EDA-821ED0ED70EF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524000"/>
            <a:ext cx="533400" cy="533400"/>
            <a:chOff x="576" y="2400"/>
            <a:chExt cx="336" cy="336"/>
          </a:xfrm>
        </p:grpSpPr>
        <p:sp>
          <p:nvSpPr>
            <p:cNvPr id="37938" name="AutoShape 97">
              <a:extLst>
                <a:ext uri="{FF2B5EF4-FFF2-40B4-BE49-F238E27FC236}">
                  <a16:creationId xmlns:a16="http://schemas.microsoft.com/office/drawing/2014/main" id="{2A1B0E75-66B0-4342-8DCD-792F27C9C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39" name="Rectangle 98">
              <a:extLst>
                <a:ext uri="{FF2B5EF4-FFF2-40B4-BE49-F238E27FC236}">
                  <a16:creationId xmlns:a16="http://schemas.microsoft.com/office/drawing/2014/main" id="{FE8B5BE0-B8F3-4319-8A66-2E64D1612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0" name="Rectangle 99">
              <a:extLst>
                <a:ext uri="{FF2B5EF4-FFF2-40B4-BE49-F238E27FC236}">
                  <a16:creationId xmlns:a16="http://schemas.microsoft.com/office/drawing/2014/main" id="{05F4AED8-39B1-4D13-8CB9-071656DC9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41" name="Rectangle 100">
              <a:extLst>
                <a:ext uri="{FF2B5EF4-FFF2-40B4-BE49-F238E27FC236}">
                  <a16:creationId xmlns:a16="http://schemas.microsoft.com/office/drawing/2014/main" id="{AF267AD8-8A52-48C0-8B14-9AA9EE974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899" name="Group 101">
            <a:extLst>
              <a:ext uri="{FF2B5EF4-FFF2-40B4-BE49-F238E27FC236}">
                <a16:creationId xmlns:a16="http://schemas.microsoft.com/office/drawing/2014/main" id="{33F7D4B4-8AA3-41F1-8AB0-7E268A472A77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962400"/>
            <a:ext cx="533400" cy="533400"/>
            <a:chOff x="576" y="2400"/>
            <a:chExt cx="336" cy="336"/>
          </a:xfrm>
        </p:grpSpPr>
        <p:sp>
          <p:nvSpPr>
            <p:cNvPr id="37934" name="AutoShape 102">
              <a:extLst>
                <a:ext uri="{FF2B5EF4-FFF2-40B4-BE49-F238E27FC236}">
                  <a16:creationId xmlns:a16="http://schemas.microsoft.com/office/drawing/2014/main" id="{13D0F8CB-5CC1-4E87-80EB-40B5258B3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35" name="Rectangle 103">
              <a:extLst>
                <a:ext uri="{FF2B5EF4-FFF2-40B4-BE49-F238E27FC236}">
                  <a16:creationId xmlns:a16="http://schemas.microsoft.com/office/drawing/2014/main" id="{591C0336-E06C-4AC0-9A7B-5B55D2B68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36" name="Rectangle 104">
              <a:extLst>
                <a:ext uri="{FF2B5EF4-FFF2-40B4-BE49-F238E27FC236}">
                  <a16:creationId xmlns:a16="http://schemas.microsoft.com/office/drawing/2014/main" id="{73EEA8B2-8259-4906-909D-A13440478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37" name="Rectangle 105">
              <a:extLst>
                <a:ext uri="{FF2B5EF4-FFF2-40B4-BE49-F238E27FC236}">
                  <a16:creationId xmlns:a16="http://schemas.microsoft.com/office/drawing/2014/main" id="{E9A03472-D8AA-4B67-8A40-2EB5C129F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37900" name="Text Box 118">
            <a:extLst>
              <a:ext uri="{FF2B5EF4-FFF2-40B4-BE49-F238E27FC236}">
                <a16:creationId xmlns:a16="http://schemas.microsoft.com/office/drawing/2014/main" id="{27C8AC3E-5F5A-4430-BCC3-5E3BB4508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810001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>
                <a:latin typeface="Arial" panose="020B0604020202020204" pitchFamily="34" charset="0"/>
              </a:rPr>
              <a:t>Central office</a:t>
            </a:r>
          </a:p>
        </p:txBody>
      </p:sp>
      <p:grpSp>
        <p:nvGrpSpPr>
          <p:cNvPr id="37901" name="Group 119">
            <a:extLst>
              <a:ext uri="{FF2B5EF4-FFF2-40B4-BE49-F238E27FC236}">
                <a16:creationId xmlns:a16="http://schemas.microsoft.com/office/drawing/2014/main" id="{0A5C9BF3-5BA7-4B6D-8FD5-C29504EFD748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4495800"/>
            <a:ext cx="533400" cy="533400"/>
            <a:chOff x="576" y="2400"/>
            <a:chExt cx="336" cy="336"/>
          </a:xfrm>
        </p:grpSpPr>
        <p:sp>
          <p:nvSpPr>
            <p:cNvPr id="37930" name="AutoShape 120">
              <a:extLst>
                <a:ext uri="{FF2B5EF4-FFF2-40B4-BE49-F238E27FC236}">
                  <a16:creationId xmlns:a16="http://schemas.microsoft.com/office/drawing/2014/main" id="{9C0316F9-E564-4F4A-98BC-F0CF7F49B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31" name="Rectangle 121">
              <a:extLst>
                <a:ext uri="{FF2B5EF4-FFF2-40B4-BE49-F238E27FC236}">
                  <a16:creationId xmlns:a16="http://schemas.microsoft.com/office/drawing/2014/main" id="{E4A0BAF5-D646-4E26-894D-136DE30D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32" name="Rectangle 122">
              <a:extLst>
                <a:ext uri="{FF2B5EF4-FFF2-40B4-BE49-F238E27FC236}">
                  <a16:creationId xmlns:a16="http://schemas.microsoft.com/office/drawing/2014/main" id="{2DB4D07A-FE1B-4F81-8C45-EC4CC659B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33" name="Rectangle 123">
              <a:extLst>
                <a:ext uri="{FF2B5EF4-FFF2-40B4-BE49-F238E27FC236}">
                  <a16:creationId xmlns:a16="http://schemas.microsoft.com/office/drawing/2014/main" id="{C0403F8B-6BE8-4289-82A7-796EDC94A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37902" name="Group 124">
            <a:extLst>
              <a:ext uri="{FF2B5EF4-FFF2-40B4-BE49-F238E27FC236}">
                <a16:creationId xmlns:a16="http://schemas.microsoft.com/office/drawing/2014/main" id="{DDAF9B31-8BB7-4AB5-A763-472EA6ABFF2F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4495800"/>
            <a:ext cx="533400" cy="533400"/>
            <a:chOff x="576" y="2400"/>
            <a:chExt cx="336" cy="336"/>
          </a:xfrm>
        </p:grpSpPr>
        <p:sp>
          <p:nvSpPr>
            <p:cNvPr id="37926" name="AutoShape 125">
              <a:extLst>
                <a:ext uri="{FF2B5EF4-FFF2-40B4-BE49-F238E27FC236}">
                  <a16:creationId xmlns:a16="http://schemas.microsoft.com/office/drawing/2014/main" id="{34E1D7CF-804D-4850-A470-0D35AC15B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27" name="Rectangle 126">
              <a:extLst>
                <a:ext uri="{FF2B5EF4-FFF2-40B4-BE49-F238E27FC236}">
                  <a16:creationId xmlns:a16="http://schemas.microsoft.com/office/drawing/2014/main" id="{3E0D32A3-0E48-4A43-911A-C91BC085A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28" name="Rectangle 127">
              <a:extLst>
                <a:ext uri="{FF2B5EF4-FFF2-40B4-BE49-F238E27FC236}">
                  <a16:creationId xmlns:a16="http://schemas.microsoft.com/office/drawing/2014/main" id="{90D7950D-8D72-4E71-8070-31A247FD0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29" name="Rectangle 128">
              <a:extLst>
                <a:ext uri="{FF2B5EF4-FFF2-40B4-BE49-F238E27FC236}">
                  <a16:creationId xmlns:a16="http://schemas.microsoft.com/office/drawing/2014/main" id="{067592B7-A5C2-42FE-BDB8-8642FD832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cxnSp>
        <p:nvCxnSpPr>
          <p:cNvPr id="37903" name="AutoShape 129">
            <a:extLst>
              <a:ext uri="{FF2B5EF4-FFF2-40B4-BE49-F238E27FC236}">
                <a16:creationId xmlns:a16="http://schemas.microsoft.com/office/drawing/2014/main" id="{1C6F7314-C857-415F-B5F9-EB8477320E7F}"/>
              </a:ext>
            </a:extLst>
          </p:cNvPr>
          <p:cNvCxnSpPr>
            <a:cxnSpLocks noChangeShapeType="1"/>
            <a:stCxn id="37922" idx="0"/>
            <a:endCxn id="37951" idx="1"/>
          </p:cNvCxnSpPr>
          <p:nvPr/>
        </p:nvCxnSpPr>
        <p:spPr bwMode="auto">
          <a:xfrm flipV="1">
            <a:off x="6477001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4" name="AutoShape 130">
            <a:extLst>
              <a:ext uri="{FF2B5EF4-FFF2-40B4-BE49-F238E27FC236}">
                <a16:creationId xmlns:a16="http://schemas.microsoft.com/office/drawing/2014/main" id="{D7295BA3-6AA5-495A-9A2E-5941CD2F4F4F}"/>
              </a:ext>
            </a:extLst>
          </p:cNvPr>
          <p:cNvCxnSpPr>
            <a:cxnSpLocks noChangeShapeType="1"/>
            <a:stCxn id="37922" idx="0"/>
            <a:endCxn id="37958" idx="0"/>
          </p:cNvCxnSpPr>
          <p:nvPr/>
        </p:nvCxnSpPr>
        <p:spPr bwMode="auto">
          <a:xfrm>
            <a:off x="6477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5" name="AutoShape 131">
            <a:extLst>
              <a:ext uri="{FF2B5EF4-FFF2-40B4-BE49-F238E27FC236}">
                <a16:creationId xmlns:a16="http://schemas.microsoft.com/office/drawing/2014/main" id="{8EFB2959-E38A-4649-820E-654CC79BAB42}"/>
              </a:ext>
            </a:extLst>
          </p:cNvPr>
          <p:cNvCxnSpPr>
            <a:cxnSpLocks noChangeShapeType="1"/>
            <a:stCxn id="37922" idx="0"/>
            <a:endCxn id="37955" idx="2"/>
          </p:cNvCxnSpPr>
          <p:nvPr/>
        </p:nvCxnSpPr>
        <p:spPr bwMode="auto">
          <a:xfrm flipH="1" flipV="1">
            <a:off x="5143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6" name="AutoShape 132">
            <a:extLst>
              <a:ext uri="{FF2B5EF4-FFF2-40B4-BE49-F238E27FC236}">
                <a16:creationId xmlns:a16="http://schemas.microsoft.com/office/drawing/2014/main" id="{FEA07158-4870-407C-AC62-524EF6413EE8}"/>
              </a:ext>
            </a:extLst>
          </p:cNvPr>
          <p:cNvCxnSpPr>
            <a:cxnSpLocks noChangeShapeType="1"/>
            <a:stCxn id="37955" idx="2"/>
            <a:endCxn id="37946" idx="5"/>
          </p:cNvCxnSpPr>
          <p:nvPr/>
        </p:nvCxnSpPr>
        <p:spPr bwMode="auto">
          <a:xfrm flipH="1">
            <a:off x="428625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7" name="AutoShape 133">
            <a:extLst>
              <a:ext uri="{FF2B5EF4-FFF2-40B4-BE49-F238E27FC236}">
                <a16:creationId xmlns:a16="http://schemas.microsoft.com/office/drawing/2014/main" id="{B206D628-1D53-4FB3-AAC3-DFE63825ABE6}"/>
              </a:ext>
            </a:extLst>
          </p:cNvPr>
          <p:cNvCxnSpPr>
            <a:cxnSpLocks noChangeShapeType="1"/>
            <a:stCxn id="37946" idx="1"/>
            <a:endCxn id="37943" idx="3"/>
          </p:cNvCxnSpPr>
          <p:nvPr/>
        </p:nvCxnSpPr>
        <p:spPr bwMode="auto">
          <a:xfrm flipH="1" flipV="1">
            <a:off x="3127376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8" name="AutoShape 134">
            <a:extLst>
              <a:ext uri="{FF2B5EF4-FFF2-40B4-BE49-F238E27FC236}">
                <a16:creationId xmlns:a16="http://schemas.microsoft.com/office/drawing/2014/main" id="{F88C656E-BFDA-4695-B865-D81BD7F5FA24}"/>
              </a:ext>
            </a:extLst>
          </p:cNvPr>
          <p:cNvCxnSpPr>
            <a:cxnSpLocks noChangeShapeType="1"/>
            <a:stCxn id="37943" idx="3"/>
            <a:endCxn id="37939" idx="2"/>
          </p:cNvCxnSpPr>
          <p:nvPr/>
        </p:nvCxnSpPr>
        <p:spPr bwMode="auto">
          <a:xfrm flipV="1">
            <a:off x="3127376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9" name="AutoShape 135">
            <a:extLst>
              <a:ext uri="{FF2B5EF4-FFF2-40B4-BE49-F238E27FC236}">
                <a16:creationId xmlns:a16="http://schemas.microsoft.com/office/drawing/2014/main" id="{0BF41584-E66D-4813-8790-3A193F3271FA}"/>
              </a:ext>
            </a:extLst>
          </p:cNvPr>
          <p:cNvCxnSpPr>
            <a:cxnSpLocks noChangeShapeType="1"/>
            <a:stCxn id="37947" idx="2"/>
            <a:endCxn id="37934" idx="5"/>
          </p:cNvCxnSpPr>
          <p:nvPr/>
        </p:nvCxnSpPr>
        <p:spPr bwMode="auto">
          <a:xfrm flipH="1">
            <a:off x="390525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0" name="AutoShape 136">
            <a:extLst>
              <a:ext uri="{FF2B5EF4-FFF2-40B4-BE49-F238E27FC236}">
                <a16:creationId xmlns:a16="http://schemas.microsoft.com/office/drawing/2014/main" id="{3F20279B-BEB3-4F76-A55A-33FB9C223CBD}"/>
              </a:ext>
            </a:extLst>
          </p:cNvPr>
          <p:cNvCxnSpPr>
            <a:cxnSpLocks noChangeShapeType="1"/>
            <a:stCxn id="37935" idx="1"/>
            <a:endCxn id="37963" idx="3"/>
          </p:cNvCxnSpPr>
          <p:nvPr/>
        </p:nvCxnSpPr>
        <p:spPr bwMode="auto">
          <a:xfrm flipH="1" flipV="1">
            <a:off x="289877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1" name="AutoShape 137">
            <a:extLst>
              <a:ext uri="{FF2B5EF4-FFF2-40B4-BE49-F238E27FC236}">
                <a16:creationId xmlns:a16="http://schemas.microsoft.com/office/drawing/2014/main" id="{C8D0178D-8F4A-49FE-BE75-6B882F6E2E82}"/>
              </a:ext>
            </a:extLst>
          </p:cNvPr>
          <p:cNvCxnSpPr>
            <a:cxnSpLocks noChangeShapeType="1"/>
            <a:stCxn id="37959" idx="3"/>
            <a:endCxn id="37927" idx="1"/>
          </p:cNvCxnSpPr>
          <p:nvPr/>
        </p:nvCxnSpPr>
        <p:spPr bwMode="auto">
          <a:xfrm flipV="1">
            <a:off x="678497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2" name="AutoShape 138">
            <a:extLst>
              <a:ext uri="{FF2B5EF4-FFF2-40B4-BE49-F238E27FC236}">
                <a16:creationId xmlns:a16="http://schemas.microsoft.com/office/drawing/2014/main" id="{54DCB152-06A4-40C5-86A9-26AC495F134B}"/>
              </a:ext>
            </a:extLst>
          </p:cNvPr>
          <p:cNvCxnSpPr>
            <a:cxnSpLocks noChangeShapeType="1"/>
            <a:stCxn id="37927" idx="3"/>
            <a:endCxn id="37931" idx="1"/>
          </p:cNvCxnSpPr>
          <p:nvPr/>
        </p:nvCxnSpPr>
        <p:spPr bwMode="auto">
          <a:xfrm>
            <a:off x="815657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913" name="Group 139">
            <a:extLst>
              <a:ext uri="{FF2B5EF4-FFF2-40B4-BE49-F238E27FC236}">
                <a16:creationId xmlns:a16="http://schemas.microsoft.com/office/drawing/2014/main" id="{2DFDF4AE-95D3-494A-AF17-E484EFA1147E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048000"/>
            <a:ext cx="1371600" cy="762000"/>
            <a:chOff x="2688" y="2064"/>
            <a:chExt cx="864" cy="480"/>
          </a:xfrm>
        </p:grpSpPr>
        <p:sp>
          <p:nvSpPr>
            <p:cNvPr id="37915" name="Rectangle 107">
              <a:extLst>
                <a:ext uri="{FF2B5EF4-FFF2-40B4-BE49-F238E27FC236}">
                  <a16:creationId xmlns:a16="http://schemas.microsoft.com/office/drawing/2014/main" id="{62732D81-F136-47AE-8BD3-0F066022A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37916" name="Rectangle 108">
              <a:extLst>
                <a:ext uri="{FF2B5EF4-FFF2-40B4-BE49-F238E27FC236}">
                  <a16:creationId xmlns:a16="http://schemas.microsoft.com/office/drawing/2014/main" id="{99EC4E2B-8EF7-476F-B15D-6EA9D0AC3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17" name="Rectangle 109">
              <a:extLst>
                <a:ext uri="{FF2B5EF4-FFF2-40B4-BE49-F238E27FC236}">
                  <a16:creationId xmlns:a16="http://schemas.microsoft.com/office/drawing/2014/main" id="{399C0D37-7AD4-4CB6-90EF-60C5198D2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18" name="Rectangle 110">
              <a:extLst>
                <a:ext uri="{FF2B5EF4-FFF2-40B4-BE49-F238E27FC236}">
                  <a16:creationId xmlns:a16="http://schemas.microsoft.com/office/drawing/2014/main" id="{3497B17F-E727-4A81-AA50-B735EDA9D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19" name="Rectangle 111">
              <a:extLst>
                <a:ext uri="{FF2B5EF4-FFF2-40B4-BE49-F238E27FC236}">
                  <a16:creationId xmlns:a16="http://schemas.microsoft.com/office/drawing/2014/main" id="{6CCCC644-35A4-42A9-9284-7369CA632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20" name="Rectangle 112">
              <a:extLst>
                <a:ext uri="{FF2B5EF4-FFF2-40B4-BE49-F238E27FC236}">
                  <a16:creationId xmlns:a16="http://schemas.microsoft.com/office/drawing/2014/main" id="{839CE39D-515A-4627-899A-2FA9A89FA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21" name="Rectangle 113">
              <a:extLst>
                <a:ext uri="{FF2B5EF4-FFF2-40B4-BE49-F238E27FC236}">
                  <a16:creationId xmlns:a16="http://schemas.microsoft.com/office/drawing/2014/main" id="{0F60A3BE-99EE-4A6A-B92E-F5BE315B2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22" name="Rectangle 114">
              <a:extLst>
                <a:ext uri="{FF2B5EF4-FFF2-40B4-BE49-F238E27FC236}">
                  <a16:creationId xmlns:a16="http://schemas.microsoft.com/office/drawing/2014/main" id="{DFA29399-15F0-497E-B45A-CFED9C518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23" name="Rectangle 115">
              <a:extLst>
                <a:ext uri="{FF2B5EF4-FFF2-40B4-BE49-F238E27FC236}">
                  <a16:creationId xmlns:a16="http://schemas.microsoft.com/office/drawing/2014/main" id="{8F36AC10-A7CA-40D8-BA76-F0B282E53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24" name="Rectangle 116">
              <a:extLst>
                <a:ext uri="{FF2B5EF4-FFF2-40B4-BE49-F238E27FC236}">
                  <a16:creationId xmlns:a16="http://schemas.microsoft.com/office/drawing/2014/main" id="{E3BEE882-34A0-4D4F-A31F-D705234E2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  <p:sp>
          <p:nvSpPr>
            <p:cNvPr id="37925" name="Rectangle 117">
              <a:extLst>
                <a:ext uri="{FF2B5EF4-FFF2-40B4-BE49-F238E27FC236}">
                  <a16:creationId xmlns:a16="http://schemas.microsoft.com/office/drawing/2014/main" id="{29B7D4B4-055E-45D9-B6AB-C8E4AD3F6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 altLang="en-US" sz="2400" i="1"/>
            </a:p>
          </p:txBody>
        </p:sp>
      </p:grpSp>
      <p:sp>
        <p:nvSpPr>
          <p:cNvPr id="37914" name="Text Box 140">
            <a:extLst>
              <a:ext uri="{FF2B5EF4-FFF2-40B4-BE49-F238E27FC236}">
                <a16:creationId xmlns:a16="http://schemas.microsoft.com/office/drawing/2014/main" id="{61F7BE5F-26E1-4BCA-AC00-EEBD760A5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5410200"/>
            <a:ext cx="8048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23838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</a:rPr>
              <a:t>Minimize the total length of wire connecting the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AD2EEEA1-3770-4A97-BF51-EEE4CE834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Minimum Spanning Tree (MST)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42B4CF39-1B63-4BD4-9BBD-FE72F0FC0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408" y="2163762"/>
            <a:ext cx="705485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/>
              <a:t>it is a tree (i.e., it is acyclic)</a:t>
            </a:r>
          </a:p>
          <a:p>
            <a:r>
              <a:rPr lang="en-US" altLang="en-US" sz="2400" dirty="0"/>
              <a:t>it covers all the vertices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V</a:t>
            </a:r>
            <a:endParaRPr lang="en-US" altLang="en-US" sz="2400" dirty="0"/>
          </a:p>
          <a:p>
            <a:pPr lvl="1"/>
            <a:r>
              <a:rPr lang="en-US" altLang="en-US" sz="2000" dirty="0"/>
              <a:t>contains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|V| - 1</a:t>
            </a:r>
            <a:r>
              <a:rPr lang="en-US" altLang="en-US" sz="2000" dirty="0"/>
              <a:t> edges</a:t>
            </a:r>
          </a:p>
          <a:p>
            <a:r>
              <a:rPr lang="en-US" altLang="en-US" sz="2400" dirty="0"/>
              <a:t>the total cost associated with tree edges is the minimum among all possible spanning trees</a:t>
            </a:r>
          </a:p>
          <a:p>
            <a:r>
              <a:rPr lang="en-US" altLang="en-US" sz="2400" dirty="0"/>
              <a:t>not necessarily unique</a:t>
            </a:r>
          </a:p>
        </p:txBody>
      </p:sp>
      <p:sp>
        <p:nvSpPr>
          <p:cNvPr id="38918" name="Rectangle 7">
            <a:extLst>
              <a:ext uri="{FF2B5EF4-FFF2-40B4-BE49-F238E27FC236}">
                <a16:creationId xmlns:a16="http://schemas.microsoft.com/office/drawing/2014/main" id="{E4EE3BBD-28A7-426A-A221-D43D7EB3C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870" y="1332765"/>
            <a:ext cx="708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dirty="0">
                <a:latin typeface="Arial" panose="020B0604020202020204" pitchFamily="34" charset="0"/>
              </a:rPr>
              <a:t>A </a:t>
            </a:r>
            <a:r>
              <a:rPr lang="en-US" altLang="en-U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minimum spanning tree</a:t>
            </a:r>
            <a:r>
              <a:rPr lang="en-US" altLang="en-US" sz="2400" dirty="0">
                <a:latin typeface="Arial" panose="020B0604020202020204" pitchFamily="34" charset="0"/>
              </a:rPr>
              <a:t> is a subgraph of an undirected weighted graph </a:t>
            </a:r>
            <a:r>
              <a:rPr lang="en-US" altLang="en-US" sz="2400" b="1" i="1" dirty="0"/>
              <a:t>G</a:t>
            </a:r>
            <a:r>
              <a:rPr lang="en-US" altLang="en-US" sz="2400" dirty="0">
                <a:latin typeface="Arial" panose="020B0604020202020204" pitchFamily="34" charset="0"/>
              </a:rPr>
              <a:t>, such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6237923F-6ABC-4A1F-86EC-5C9F541C0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49301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7030A0"/>
                </a:solidFill>
              </a:rPr>
              <a:t>Applications of MST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187B21B-65DD-4EC5-8604-16EC54BC9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06600" y="1220788"/>
            <a:ext cx="81788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Any time you want to visit all vertices in a graph at minimum cost (e.g., </a:t>
            </a:r>
            <a:r>
              <a:rPr lang="en-US" altLang="en-US" sz="2400" dirty="0">
                <a:solidFill>
                  <a:srgbClr val="FF0000"/>
                </a:solidFill>
              </a:rPr>
              <a:t>wire routing on printed circuit boards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00B050"/>
                </a:solidFill>
              </a:rPr>
              <a:t>sewer pipe layout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00B0F0"/>
                </a:solidFill>
              </a:rPr>
              <a:t>road planning</a:t>
            </a:r>
            <a:r>
              <a:rPr lang="en-US" altLang="en-US" sz="2400" dirty="0"/>
              <a:t>…)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Internet content distribution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$$$, also a hot research topic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Idea: publisher produces web pages, content distribution network replicates web pages to many locations so consumers can access at higher speed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MST may not be good enough!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content distribution on minimum cost tree may take a long time!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914F3EF0-0441-4FDF-B807-3743DFFF9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Can We Generate a MST? </a:t>
            </a:r>
          </a:p>
        </p:txBody>
      </p:sp>
      <p:grpSp>
        <p:nvGrpSpPr>
          <p:cNvPr id="40964" name="Group 66">
            <a:extLst>
              <a:ext uri="{FF2B5EF4-FFF2-40B4-BE49-F238E27FC236}">
                <a16:creationId xmlns:a16="http://schemas.microsoft.com/office/drawing/2014/main" id="{ABC7E95E-9928-40FF-8EF5-8D155A372FD7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209800"/>
            <a:ext cx="2438400" cy="2057400"/>
            <a:chOff x="2160" y="1344"/>
            <a:chExt cx="1536" cy="1296"/>
          </a:xfrm>
        </p:grpSpPr>
        <p:sp>
          <p:nvSpPr>
            <p:cNvPr id="40988" name="Oval 20">
              <a:extLst>
                <a:ext uri="{FF2B5EF4-FFF2-40B4-BE49-F238E27FC236}">
                  <a16:creationId xmlns:a16="http://schemas.microsoft.com/office/drawing/2014/main" id="{B37C298F-C787-4F8F-AB05-515F56D4E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0989" name="Oval 21">
              <a:extLst>
                <a:ext uri="{FF2B5EF4-FFF2-40B4-BE49-F238E27FC236}">
                  <a16:creationId xmlns:a16="http://schemas.microsoft.com/office/drawing/2014/main" id="{9F58E099-FC94-4890-AC3C-E1C9E43DB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0990" name="Oval 22">
              <a:extLst>
                <a:ext uri="{FF2B5EF4-FFF2-40B4-BE49-F238E27FC236}">
                  <a16:creationId xmlns:a16="http://schemas.microsoft.com/office/drawing/2014/main" id="{1FEF4F0E-8440-4B37-983D-842CF77D4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0991" name="Oval 24">
              <a:extLst>
                <a:ext uri="{FF2B5EF4-FFF2-40B4-BE49-F238E27FC236}">
                  <a16:creationId xmlns:a16="http://schemas.microsoft.com/office/drawing/2014/main" id="{7D2072F6-A54B-448F-A6DD-66CDF7AE7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0992" name="Oval 25">
              <a:extLst>
                <a:ext uri="{FF2B5EF4-FFF2-40B4-BE49-F238E27FC236}">
                  <a16:creationId xmlns:a16="http://schemas.microsoft.com/office/drawing/2014/main" id="{1764FE9C-F827-471F-9375-B8B09E305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cxnSp>
          <p:nvCxnSpPr>
            <p:cNvPr id="40993" name="AutoShape 26">
              <a:extLst>
                <a:ext uri="{FF2B5EF4-FFF2-40B4-BE49-F238E27FC236}">
                  <a16:creationId xmlns:a16="http://schemas.microsoft.com/office/drawing/2014/main" id="{ECCE9E8C-BDEA-47AD-A959-1197C19FA0A7}"/>
                </a:ext>
              </a:extLst>
            </p:cNvPr>
            <p:cNvCxnSpPr>
              <a:cxnSpLocks noChangeShapeType="1"/>
              <a:stCxn id="40988" idx="7"/>
              <a:endCxn id="40992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94" name="AutoShape 27">
              <a:extLst>
                <a:ext uri="{FF2B5EF4-FFF2-40B4-BE49-F238E27FC236}">
                  <a16:creationId xmlns:a16="http://schemas.microsoft.com/office/drawing/2014/main" id="{A7B42300-9ED9-4EEC-8791-E3905069C301}"/>
                </a:ext>
              </a:extLst>
            </p:cNvPr>
            <p:cNvCxnSpPr>
              <a:cxnSpLocks noChangeShapeType="1"/>
              <a:stCxn id="40991" idx="6"/>
              <a:endCxn id="40992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95" name="AutoShape 28">
              <a:extLst>
                <a:ext uri="{FF2B5EF4-FFF2-40B4-BE49-F238E27FC236}">
                  <a16:creationId xmlns:a16="http://schemas.microsoft.com/office/drawing/2014/main" id="{97F7188D-2F30-4119-B320-85B19E21E6D9}"/>
                </a:ext>
              </a:extLst>
            </p:cNvPr>
            <p:cNvCxnSpPr>
              <a:cxnSpLocks noChangeShapeType="1"/>
              <a:stCxn id="40988" idx="4"/>
              <a:endCxn id="40989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96" name="AutoShape 29">
              <a:extLst>
                <a:ext uri="{FF2B5EF4-FFF2-40B4-BE49-F238E27FC236}">
                  <a16:creationId xmlns:a16="http://schemas.microsoft.com/office/drawing/2014/main" id="{38320B95-6FAE-4441-A609-521E678566F6}"/>
                </a:ext>
              </a:extLst>
            </p:cNvPr>
            <p:cNvCxnSpPr>
              <a:cxnSpLocks noChangeShapeType="1"/>
              <a:stCxn id="40988" idx="5"/>
              <a:endCxn id="40991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97" name="AutoShape 30">
              <a:extLst>
                <a:ext uri="{FF2B5EF4-FFF2-40B4-BE49-F238E27FC236}">
                  <a16:creationId xmlns:a16="http://schemas.microsoft.com/office/drawing/2014/main" id="{069283B5-2B57-423A-A144-CFEB08E99C41}"/>
                </a:ext>
              </a:extLst>
            </p:cNvPr>
            <p:cNvCxnSpPr>
              <a:cxnSpLocks noChangeShapeType="1"/>
              <a:stCxn id="40989" idx="7"/>
              <a:endCxn id="40991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98" name="AutoShape 31">
              <a:extLst>
                <a:ext uri="{FF2B5EF4-FFF2-40B4-BE49-F238E27FC236}">
                  <a16:creationId xmlns:a16="http://schemas.microsoft.com/office/drawing/2014/main" id="{AB178093-03DA-469C-836E-E0AAC801DAE9}"/>
                </a:ext>
              </a:extLst>
            </p:cNvPr>
            <p:cNvCxnSpPr>
              <a:cxnSpLocks noChangeShapeType="1"/>
              <a:stCxn id="40991" idx="5"/>
              <a:endCxn id="40990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99" name="AutoShape 32">
              <a:extLst>
                <a:ext uri="{FF2B5EF4-FFF2-40B4-BE49-F238E27FC236}">
                  <a16:creationId xmlns:a16="http://schemas.microsoft.com/office/drawing/2014/main" id="{3E776254-3E86-48C3-AB17-1A4A1E553BF4}"/>
                </a:ext>
              </a:extLst>
            </p:cNvPr>
            <p:cNvCxnSpPr>
              <a:cxnSpLocks noChangeShapeType="1"/>
              <a:stCxn id="40992" idx="4"/>
              <a:endCxn id="40990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0" name="AutoShape 33">
              <a:extLst>
                <a:ext uri="{FF2B5EF4-FFF2-40B4-BE49-F238E27FC236}">
                  <a16:creationId xmlns:a16="http://schemas.microsoft.com/office/drawing/2014/main" id="{B95D12A3-B2E0-49F0-A8E0-EC9DEA14CFDC}"/>
                </a:ext>
              </a:extLst>
            </p:cNvPr>
            <p:cNvCxnSpPr>
              <a:cxnSpLocks noChangeShapeType="1"/>
              <a:stCxn id="40990" idx="2"/>
              <a:endCxn id="40989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001" name="Text Box 34">
              <a:extLst>
                <a:ext uri="{FF2B5EF4-FFF2-40B4-BE49-F238E27FC236}">
                  <a16:creationId xmlns:a16="http://schemas.microsoft.com/office/drawing/2014/main" id="{44F357DE-66FD-456D-8A9A-957DF17F0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1002" name="Text Box 35">
              <a:extLst>
                <a:ext uri="{FF2B5EF4-FFF2-40B4-BE49-F238E27FC236}">
                  <a16:creationId xmlns:a16="http://schemas.microsoft.com/office/drawing/2014/main" id="{0058674C-6845-484F-B034-AD0A1DE02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41003" name="Text Box 36">
              <a:extLst>
                <a:ext uri="{FF2B5EF4-FFF2-40B4-BE49-F238E27FC236}">
                  <a16:creationId xmlns:a16="http://schemas.microsoft.com/office/drawing/2014/main" id="{88E454A9-9A55-4650-8471-BC64BB5D8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1004" name="Text Box 37">
              <a:extLst>
                <a:ext uri="{FF2B5EF4-FFF2-40B4-BE49-F238E27FC236}">
                  <a16:creationId xmlns:a16="http://schemas.microsoft.com/office/drawing/2014/main" id="{346AB5F8-B7DB-440E-9C40-7E4D4A52C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41005" name="Text Box 38">
              <a:extLst>
                <a:ext uri="{FF2B5EF4-FFF2-40B4-BE49-F238E27FC236}">
                  <a16:creationId xmlns:a16="http://schemas.microsoft.com/office/drawing/2014/main" id="{F56D7E99-980F-4027-B715-419584470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41006" name="Text Box 39">
              <a:extLst>
                <a:ext uri="{FF2B5EF4-FFF2-40B4-BE49-F238E27FC236}">
                  <a16:creationId xmlns:a16="http://schemas.microsoft.com/office/drawing/2014/main" id="{CD72487F-36CC-4AAA-B186-4C115846A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41007" name="Text Box 40">
              <a:extLst>
                <a:ext uri="{FF2B5EF4-FFF2-40B4-BE49-F238E27FC236}">
                  <a16:creationId xmlns:a16="http://schemas.microsoft.com/office/drawing/2014/main" id="{B959F379-3043-4A4F-89EB-6F8265061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1008" name="Text Box 42">
              <a:extLst>
                <a:ext uri="{FF2B5EF4-FFF2-40B4-BE49-F238E27FC236}">
                  <a16:creationId xmlns:a16="http://schemas.microsoft.com/office/drawing/2014/main" id="{6FF6828E-7EBA-4294-A76E-02AB16D4C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40965" name="Group 68">
            <a:extLst>
              <a:ext uri="{FF2B5EF4-FFF2-40B4-BE49-F238E27FC236}">
                <a16:creationId xmlns:a16="http://schemas.microsoft.com/office/drawing/2014/main" id="{3C9B823F-B919-436D-95CC-09002734355F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209800"/>
            <a:ext cx="2438400" cy="2057400"/>
            <a:chOff x="3360" y="1392"/>
            <a:chExt cx="1536" cy="1296"/>
          </a:xfrm>
        </p:grpSpPr>
        <p:sp>
          <p:nvSpPr>
            <p:cNvPr id="40967" name="Oval 45">
              <a:extLst>
                <a:ext uri="{FF2B5EF4-FFF2-40B4-BE49-F238E27FC236}">
                  <a16:creationId xmlns:a16="http://schemas.microsoft.com/office/drawing/2014/main" id="{ED42901D-C0AE-4097-9578-BDBA8E681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63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0968" name="Oval 46">
              <a:extLst>
                <a:ext uri="{FF2B5EF4-FFF2-40B4-BE49-F238E27FC236}">
                  <a16:creationId xmlns:a16="http://schemas.microsoft.com/office/drawing/2014/main" id="{6742D379-1A94-46F4-B08E-D208C1CB6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44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0969" name="Oval 47">
              <a:extLst>
                <a:ext uri="{FF2B5EF4-FFF2-40B4-BE49-F238E27FC236}">
                  <a16:creationId xmlns:a16="http://schemas.microsoft.com/office/drawing/2014/main" id="{16BBC629-6762-4DD0-96D7-56CACBC4E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30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0970" name="Oval 48">
              <a:extLst>
                <a:ext uri="{FF2B5EF4-FFF2-40B4-BE49-F238E27FC236}">
                  <a16:creationId xmlns:a16="http://schemas.microsoft.com/office/drawing/2014/main" id="{9F9278B3-9699-455D-803C-1E0F55664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77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0971" name="Oval 49">
              <a:extLst>
                <a:ext uri="{FF2B5EF4-FFF2-40B4-BE49-F238E27FC236}">
                  <a16:creationId xmlns:a16="http://schemas.microsoft.com/office/drawing/2014/main" id="{D129BD25-BF4E-4816-BD8F-A3A7DDA0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44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cxnSp>
          <p:nvCxnSpPr>
            <p:cNvPr id="40972" name="AutoShape 50">
              <a:extLst>
                <a:ext uri="{FF2B5EF4-FFF2-40B4-BE49-F238E27FC236}">
                  <a16:creationId xmlns:a16="http://schemas.microsoft.com/office/drawing/2014/main" id="{4CBD0A16-B1DA-4542-B7E8-2F85B4AB879E}"/>
                </a:ext>
              </a:extLst>
            </p:cNvPr>
            <p:cNvCxnSpPr>
              <a:cxnSpLocks noChangeShapeType="1"/>
              <a:stCxn id="40967" idx="7"/>
              <a:endCxn id="40971" idx="2"/>
            </p:cNvCxnSpPr>
            <p:nvPr/>
          </p:nvCxnSpPr>
          <p:spPr bwMode="auto">
            <a:xfrm flipV="1">
              <a:off x="3565" y="1560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3" name="AutoShape 51">
              <a:extLst>
                <a:ext uri="{FF2B5EF4-FFF2-40B4-BE49-F238E27FC236}">
                  <a16:creationId xmlns:a16="http://schemas.microsoft.com/office/drawing/2014/main" id="{7139BD72-39D3-4DF2-9825-769B1417999E}"/>
                </a:ext>
              </a:extLst>
            </p:cNvPr>
            <p:cNvCxnSpPr>
              <a:cxnSpLocks noChangeShapeType="1"/>
              <a:stCxn id="40970" idx="6"/>
              <a:endCxn id="40971" idx="3"/>
            </p:cNvCxnSpPr>
            <p:nvPr/>
          </p:nvCxnSpPr>
          <p:spPr bwMode="auto">
            <a:xfrm flipV="1">
              <a:off x="4080" y="1645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4" name="AutoShape 52">
              <a:extLst>
                <a:ext uri="{FF2B5EF4-FFF2-40B4-BE49-F238E27FC236}">
                  <a16:creationId xmlns:a16="http://schemas.microsoft.com/office/drawing/2014/main" id="{AC18A9AA-B489-4CD2-8A02-4B7D5034E148}"/>
                </a:ext>
              </a:extLst>
            </p:cNvPr>
            <p:cNvCxnSpPr>
              <a:cxnSpLocks noChangeShapeType="1"/>
              <a:stCxn id="40967" idx="4"/>
              <a:endCxn id="40968" idx="0"/>
            </p:cNvCxnSpPr>
            <p:nvPr/>
          </p:nvCxnSpPr>
          <p:spPr bwMode="auto">
            <a:xfrm>
              <a:off x="3480" y="1872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5" name="AutoShape 53">
              <a:extLst>
                <a:ext uri="{FF2B5EF4-FFF2-40B4-BE49-F238E27FC236}">
                  <a16:creationId xmlns:a16="http://schemas.microsoft.com/office/drawing/2014/main" id="{C9CFF7FF-03B2-4822-ADF3-D4196B42CC39}"/>
                </a:ext>
              </a:extLst>
            </p:cNvPr>
            <p:cNvCxnSpPr>
              <a:cxnSpLocks noChangeShapeType="1"/>
              <a:stCxn id="40967" idx="5"/>
              <a:endCxn id="40970" idx="2"/>
            </p:cNvCxnSpPr>
            <p:nvPr/>
          </p:nvCxnSpPr>
          <p:spPr bwMode="auto">
            <a:xfrm>
              <a:off x="3565" y="1837"/>
              <a:ext cx="275" cy="59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6" name="AutoShape 54">
              <a:extLst>
                <a:ext uri="{FF2B5EF4-FFF2-40B4-BE49-F238E27FC236}">
                  <a16:creationId xmlns:a16="http://schemas.microsoft.com/office/drawing/2014/main" id="{7CA53DED-3F56-4DC0-9F2D-86170CFA523E}"/>
                </a:ext>
              </a:extLst>
            </p:cNvPr>
            <p:cNvCxnSpPr>
              <a:cxnSpLocks noChangeShapeType="1"/>
              <a:stCxn id="40968" idx="7"/>
              <a:endCxn id="40970" idx="3"/>
            </p:cNvCxnSpPr>
            <p:nvPr/>
          </p:nvCxnSpPr>
          <p:spPr bwMode="auto">
            <a:xfrm flipV="1">
              <a:off x="3709" y="1981"/>
              <a:ext cx="166" cy="502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7" name="AutoShape 55">
              <a:extLst>
                <a:ext uri="{FF2B5EF4-FFF2-40B4-BE49-F238E27FC236}">
                  <a16:creationId xmlns:a16="http://schemas.microsoft.com/office/drawing/2014/main" id="{445709AC-27B0-4F7D-902F-2CEA0D361C38}"/>
                </a:ext>
              </a:extLst>
            </p:cNvPr>
            <p:cNvCxnSpPr>
              <a:cxnSpLocks noChangeShapeType="1"/>
              <a:stCxn id="40970" idx="5"/>
              <a:endCxn id="40969" idx="1"/>
            </p:cNvCxnSpPr>
            <p:nvPr/>
          </p:nvCxnSpPr>
          <p:spPr bwMode="auto">
            <a:xfrm>
              <a:off x="4045" y="1981"/>
              <a:ext cx="406" cy="358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8" name="AutoShape 56">
              <a:extLst>
                <a:ext uri="{FF2B5EF4-FFF2-40B4-BE49-F238E27FC236}">
                  <a16:creationId xmlns:a16="http://schemas.microsoft.com/office/drawing/2014/main" id="{9C04C8BA-9003-4D10-9695-A28F36104E9B}"/>
                </a:ext>
              </a:extLst>
            </p:cNvPr>
            <p:cNvCxnSpPr>
              <a:cxnSpLocks noChangeShapeType="1"/>
              <a:stCxn id="40971" idx="4"/>
              <a:endCxn id="40969" idx="0"/>
            </p:cNvCxnSpPr>
            <p:nvPr/>
          </p:nvCxnSpPr>
          <p:spPr bwMode="auto">
            <a:xfrm flipH="1">
              <a:off x="4536" y="1680"/>
              <a:ext cx="240" cy="624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9" name="AutoShape 57">
              <a:extLst>
                <a:ext uri="{FF2B5EF4-FFF2-40B4-BE49-F238E27FC236}">
                  <a16:creationId xmlns:a16="http://schemas.microsoft.com/office/drawing/2014/main" id="{6D213520-AA16-4C37-B6F0-97D57A9C60BC}"/>
                </a:ext>
              </a:extLst>
            </p:cNvPr>
            <p:cNvCxnSpPr>
              <a:cxnSpLocks noChangeShapeType="1"/>
              <a:stCxn id="40969" idx="2"/>
              <a:endCxn id="40968" idx="6"/>
            </p:cNvCxnSpPr>
            <p:nvPr/>
          </p:nvCxnSpPr>
          <p:spPr bwMode="auto">
            <a:xfrm flipH="1">
              <a:off x="3744" y="2424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980" name="Text Box 58">
              <a:extLst>
                <a:ext uri="{FF2B5EF4-FFF2-40B4-BE49-F238E27FC236}">
                  <a16:creationId xmlns:a16="http://schemas.microsoft.com/office/drawing/2014/main" id="{FA88354D-140D-4F0D-BE44-6C35A6A61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166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0981" name="Text Box 59">
              <a:extLst>
                <a:ext uri="{FF2B5EF4-FFF2-40B4-BE49-F238E27FC236}">
                  <a16:creationId xmlns:a16="http://schemas.microsoft.com/office/drawing/2014/main" id="{996B00BF-650B-4133-BCAB-F0D7F7BF7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02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40982" name="Text Box 60">
              <a:extLst>
                <a:ext uri="{FF2B5EF4-FFF2-40B4-BE49-F238E27FC236}">
                  <a16:creationId xmlns:a16="http://schemas.microsoft.com/office/drawing/2014/main" id="{70CB53E5-34E5-4D27-B7CD-577319E2A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2" y="202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0983" name="Text Box 61">
              <a:extLst>
                <a:ext uri="{FF2B5EF4-FFF2-40B4-BE49-F238E27FC236}">
                  <a16:creationId xmlns:a16="http://schemas.microsoft.com/office/drawing/2014/main" id="{BF996CDC-60FC-4B07-ADF3-B1BCCD97D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139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40984" name="Text Box 62">
              <a:extLst>
                <a:ext uri="{FF2B5EF4-FFF2-40B4-BE49-F238E27FC236}">
                  <a16:creationId xmlns:a16="http://schemas.microsoft.com/office/drawing/2014/main" id="{1C4C9C1B-4A9C-4B02-8932-0A411825C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2" y="164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40985" name="Text Box 63">
              <a:extLst>
                <a:ext uri="{FF2B5EF4-FFF2-40B4-BE49-F238E27FC236}">
                  <a16:creationId xmlns:a16="http://schemas.microsoft.com/office/drawing/2014/main" id="{F56CCE6F-C378-4FFA-A8B0-4629AEBCC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2" y="1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40986" name="Text Box 64">
              <a:extLst>
                <a:ext uri="{FF2B5EF4-FFF2-40B4-BE49-F238E27FC236}">
                  <a16:creationId xmlns:a16="http://schemas.microsoft.com/office/drawing/2014/main" id="{18D88979-3FBE-4DD5-8EF4-A775D3C5A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31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0987" name="Text Box 65">
              <a:extLst>
                <a:ext uri="{FF2B5EF4-FFF2-40B4-BE49-F238E27FC236}">
                  <a16:creationId xmlns:a16="http://schemas.microsoft.com/office/drawing/2014/main" id="{B40D3FF1-E1FB-446C-BA47-6ACD84F91B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40966" name="AutoShape 67">
            <a:extLst>
              <a:ext uri="{FF2B5EF4-FFF2-40B4-BE49-F238E27FC236}">
                <a16:creationId xmlns:a16="http://schemas.microsoft.com/office/drawing/2014/main" id="{5B1670DC-E091-45AA-8F93-DF2AFFF92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200400"/>
            <a:ext cx="1066800" cy="381000"/>
          </a:xfrm>
          <a:prstGeom prst="rightArrow">
            <a:avLst>
              <a:gd name="adj1" fmla="val 50000"/>
              <a:gd name="adj2" fmla="val 105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B3164235-4232-4286-B964-7F5427831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608013"/>
            <a:ext cx="10515600" cy="839787"/>
          </a:xfrm>
        </p:spPr>
        <p:txBody>
          <a:bodyPr/>
          <a:lstStyle/>
          <a:p>
            <a:r>
              <a:rPr lang="en-US" altLang="en-US" dirty="0">
                <a:solidFill>
                  <a:srgbClr val="7030A0"/>
                </a:solidFill>
              </a:rPr>
              <a:t>Methods for Creating MST:</a:t>
            </a:r>
          </a:p>
        </p:txBody>
      </p:sp>
      <p:sp>
        <p:nvSpPr>
          <p:cNvPr id="55301" name="Rectangle 42">
            <a:extLst>
              <a:ext uri="{FF2B5EF4-FFF2-40B4-BE49-F238E27FC236}">
                <a16:creationId xmlns:a16="http://schemas.microsoft.com/office/drawing/2014/main" id="{0A8C837B-6279-4B48-9CC9-359E0594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818861"/>
            <a:ext cx="7315200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7013" indent="-227013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Kruskal’s Algorithm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Prism's Algorithm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>
            <a:extLst>
              <a:ext uri="{FF2B5EF4-FFF2-40B4-BE49-F238E27FC236}">
                <a16:creationId xmlns:a16="http://schemas.microsoft.com/office/drawing/2014/main" id="{BC73990B-2FEE-4325-9EE6-514127D4F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31358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7030A0"/>
                </a:solidFill>
              </a:rPr>
              <a:t>1. Kruskal’s algorithm:</a:t>
            </a:r>
          </a:p>
        </p:txBody>
      </p:sp>
      <p:sp>
        <p:nvSpPr>
          <p:cNvPr id="56324" name="Text Box 4">
            <a:extLst>
              <a:ext uri="{FF2B5EF4-FFF2-40B4-BE49-F238E27FC236}">
                <a16:creationId xmlns:a16="http://schemas.microsoft.com/office/drawing/2014/main" id="{0FE37DD4-46E0-455B-A9D5-7CB23D970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492" y="1035647"/>
            <a:ext cx="7701096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1313" algn="l"/>
                <a:tab pos="68103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dirty="0">
                <a:latin typeface="Arial" panose="020B0604020202020204" pitchFamily="34" charset="0"/>
              </a:rPr>
              <a:t>Initialization</a:t>
            </a:r>
          </a:p>
          <a:p>
            <a:r>
              <a:rPr lang="en-US" altLang="en-US" sz="1600" dirty="0">
                <a:latin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a. Create a set </a:t>
            </a:r>
            <a:r>
              <a:rPr lang="en-US" altLang="en-US" sz="1800" dirty="0">
                <a:latin typeface="Arial" panose="020B0604020202020204" pitchFamily="34" charset="0"/>
              </a:rPr>
              <a:t>for each vertex </a:t>
            </a:r>
            <a:r>
              <a:rPr lang="en-US" altLang="en-US" sz="1800" b="1" i="1" dirty="0"/>
              <a:t>v </a:t>
            </a:r>
            <a:r>
              <a:rPr lang="en-US" altLang="en-US" sz="1800" b="1" dirty="0">
                <a:sym typeface="Symbol" panose="05050102010706020507" pitchFamily="18" charset="2"/>
              </a:rPr>
              <a:t></a:t>
            </a:r>
            <a:r>
              <a:rPr lang="en-US" altLang="en-US" sz="1800" b="1" i="1" dirty="0">
                <a:sym typeface="Symbol" panose="05050102010706020507" pitchFamily="18" charset="2"/>
              </a:rPr>
              <a:t> V</a:t>
            </a:r>
          </a:p>
          <a:p>
            <a:r>
              <a:rPr lang="en-US" altLang="en-US" sz="1800" b="1" i="1" dirty="0"/>
              <a:t>	</a:t>
            </a: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b. Initialize the set of “safe edges” </a:t>
            </a:r>
            <a:r>
              <a:rPr lang="en-US" altLang="en-US" sz="1800" b="1" i="1" dirty="0">
                <a:sym typeface="Symbol" panose="05050102010706020507" pitchFamily="18" charset="2"/>
              </a:rPr>
              <a:t>A</a:t>
            </a: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 comprising the MST to the empty 	set</a:t>
            </a:r>
          </a:p>
          <a:p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	c. Sort edges by increasing weight</a:t>
            </a:r>
          </a:p>
          <a:p>
            <a:r>
              <a:rPr lang="en-US" altLang="en-US" sz="1800" b="1" dirty="0">
                <a:latin typeface="Arial" panose="020B0604020202020204" pitchFamily="34" charset="0"/>
              </a:rPr>
              <a:t>For each edge </a:t>
            </a:r>
            <a:r>
              <a:rPr lang="en-US" altLang="en-US" sz="1800" dirty="0"/>
              <a:t>(</a:t>
            </a:r>
            <a:r>
              <a:rPr lang="en-US" altLang="en-US" sz="1800" b="1" i="1" dirty="0" err="1"/>
              <a:t>u,v</a:t>
            </a:r>
            <a:r>
              <a:rPr lang="en-US" altLang="en-US" sz="1800" dirty="0"/>
              <a:t>)</a:t>
            </a:r>
            <a:r>
              <a:rPr lang="en-US" altLang="en-US" sz="1800" b="1" i="1" dirty="0"/>
              <a:t> </a:t>
            </a:r>
            <a:r>
              <a:rPr lang="en-US" altLang="en-US" sz="1800" b="1" dirty="0">
                <a:sym typeface="Symbol" panose="05050102010706020507" pitchFamily="18" charset="2"/>
              </a:rPr>
              <a:t></a:t>
            </a:r>
            <a:r>
              <a:rPr lang="en-US" altLang="en-US" sz="1800" b="1" i="1" dirty="0">
                <a:sym typeface="Symbol" panose="05050102010706020507" pitchFamily="18" charset="2"/>
              </a:rPr>
              <a:t> E</a:t>
            </a:r>
            <a:r>
              <a:rPr lang="en-US" altLang="en-US" sz="1800" b="1" dirty="0">
                <a:latin typeface="Arial" panose="020B0604020202020204" pitchFamily="34" charset="0"/>
              </a:rPr>
              <a:t> in increasing order while more than one set remains:</a:t>
            </a:r>
          </a:p>
          <a:p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	If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i="1" dirty="0"/>
              <a:t>u</a:t>
            </a:r>
            <a:r>
              <a:rPr lang="en-US" altLang="en-US" sz="1800" dirty="0">
                <a:latin typeface="Arial" panose="020B0604020202020204" pitchFamily="34" charset="0"/>
              </a:rPr>
              <a:t> and </a:t>
            </a:r>
            <a:r>
              <a:rPr lang="en-US" altLang="en-US" sz="1800" b="1" i="1" dirty="0"/>
              <a:t>v</a:t>
            </a: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1800" dirty="0">
                <a:latin typeface="Arial" panose="020B0604020202020204" pitchFamily="34" charset="0"/>
              </a:rPr>
              <a:t> belong to different sets </a:t>
            </a:r>
            <a:r>
              <a:rPr lang="en-US" altLang="en-US" sz="1800" b="1" i="1" dirty="0"/>
              <a:t>U</a:t>
            </a:r>
            <a:r>
              <a:rPr lang="en-US" altLang="en-US" sz="1800" dirty="0">
                <a:latin typeface="Arial" panose="020B0604020202020204" pitchFamily="34" charset="0"/>
              </a:rPr>
              <a:t> and</a:t>
            </a:r>
            <a:r>
              <a:rPr lang="en-US" altLang="en-US" sz="1800" b="1" i="1" dirty="0"/>
              <a:t> V</a:t>
            </a:r>
            <a:endParaRPr lang="en-US" altLang="en-US" sz="1800" dirty="0">
              <a:latin typeface="Arial" panose="020B0604020202020204" pitchFamily="34" charset="0"/>
            </a:endParaRPr>
          </a:p>
          <a:p>
            <a:r>
              <a:rPr lang="en-US" altLang="en-US" sz="1800" dirty="0">
                <a:latin typeface="Arial" panose="020B0604020202020204" pitchFamily="34" charset="0"/>
              </a:rPr>
              <a:t>	 	a. add edge </a:t>
            </a:r>
            <a:r>
              <a:rPr lang="en-US" altLang="en-US" sz="1800" dirty="0"/>
              <a:t>(</a:t>
            </a:r>
            <a:r>
              <a:rPr lang="en-US" altLang="en-US" sz="1800" b="1" i="1" dirty="0" err="1"/>
              <a:t>u,v</a:t>
            </a:r>
            <a:r>
              <a:rPr lang="en-US" altLang="en-US" sz="1800" dirty="0"/>
              <a:t>) </a:t>
            </a:r>
            <a:r>
              <a:rPr lang="en-US" altLang="en-US" sz="1800" dirty="0">
                <a:latin typeface="Arial" panose="020B0604020202020204" pitchFamily="34" charset="0"/>
              </a:rPr>
              <a:t>to the safe edge set</a:t>
            </a:r>
            <a:r>
              <a:rPr lang="en-US" altLang="en-US" sz="1800" dirty="0"/>
              <a:t> </a:t>
            </a:r>
          </a:p>
          <a:p>
            <a:r>
              <a:rPr lang="en-US" altLang="en-US" sz="1800" dirty="0"/>
              <a:t>			 </a:t>
            </a:r>
            <a:r>
              <a:rPr lang="en-US" altLang="en-US" sz="1800" b="1" i="1" dirty="0">
                <a:sym typeface="Symbol" panose="05050102010706020507" pitchFamily="18" charset="2"/>
              </a:rPr>
              <a:t>A = 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 </a:t>
            </a:r>
            <a:r>
              <a:rPr lang="en-US" altLang="en-US" sz="1800" dirty="0">
                <a:sym typeface="Symbol" panose="05050102010706020507" pitchFamily="18" charset="2"/>
              </a:rPr>
              <a:t>{</a:t>
            </a:r>
            <a:r>
              <a:rPr lang="en-US" altLang="en-US" sz="1800" dirty="0"/>
              <a:t>(</a:t>
            </a:r>
            <a:r>
              <a:rPr lang="en-US" altLang="en-US" sz="1800" b="1" i="1" dirty="0" err="1"/>
              <a:t>u,v</a:t>
            </a:r>
            <a:r>
              <a:rPr lang="en-US" altLang="en-US" sz="1800" dirty="0"/>
              <a:t>)}</a:t>
            </a:r>
            <a:endParaRPr lang="en-US" altLang="en-US" sz="1800" dirty="0">
              <a:latin typeface="Arial" panose="020B0604020202020204" pitchFamily="34" charset="0"/>
            </a:endParaRPr>
          </a:p>
          <a:p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	 	b. merge the sets </a:t>
            </a:r>
            <a:r>
              <a:rPr lang="en-US" altLang="en-US" sz="1800" b="1" i="1" dirty="0">
                <a:sym typeface="Symbol" panose="05050102010706020507" pitchFamily="18" charset="2"/>
              </a:rPr>
              <a:t>U</a:t>
            </a:r>
            <a:r>
              <a:rPr lang="en-US" altLang="en-US" sz="1800" dirty="0">
                <a:latin typeface="Arial" panose="020B0604020202020204" pitchFamily="34" charset="0"/>
                <a:sym typeface="Symbol" panose="05050102010706020507" pitchFamily="18" charset="2"/>
              </a:rPr>
              <a:t> and </a:t>
            </a:r>
            <a:r>
              <a:rPr lang="en-US" altLang="en-US" sz="1800" b="1" i="1" dirty="0">
                <a:sym typeface="Symbol" panose="05050102010706020507" pitchFamily="18" charset="2"/>
              </a:rPr>
              <a:t>V</a:t>
            </a:r>
            <a:endParaRPr lang="en-US" altLang="en-US" sz="1800" b="1" i="1" dirty="0"/>
          </a:p>
          <a:p>
            <a:r>
              <a:rPr lang="en-US" altLang="en-US" sz="1800" b="1" i="1" dirty="0"/>
              <a:t>			</a:t>
            </a:r>
            <a:endParaRPr lang="en-US" altLang="en-US" sz="1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6325" name="Group 5">
            <a:extLst>
              <a:ext uri="{FF2B5EF4-FFF2-40B4-BE49-F238E27FC236}">
                <a16:creationId xmlns:a16="http://schemas.microsoft.com/office/drawing/2014/main" id="{757A5ECD-1BF7-4066-BE01-C4DF2C625AA8}"/>
              </a:ext>
            </a:extLst>
          </p:cNvPr>
          <p:cNvGrpSpPr>
            <a:grpSpLocks/>
          </p:cNvGrpSpPr>
          <p:nvPr/>
        </p:nvGrpSpPr>
        <p:grpSpPr bwMode="auto">
          <a:xfrm>
            <a:off x="2077279" y="4023568"/>
            <a:ext cx="2438400" cy="2147154"/>
            <a:chOff x="2160" y="1344"/>
            <a:chExt cx="1536" cy="1296"/>
          </a:xfrm>
        </p:grpSpPr>
        <p:sp>
          <p:nvSpPr>
            <p:cNvPr id="56327" name="Oval 6">
              <a:extLst>
                <a:ext uri="{FF2B5EF4-FFF2-40B4-BE49-F238E27FC236}">
                  <a16:creationId xmlns:a16="http://schemas.microsoft.com/office/drawing/2014/main" id="{07740ECB-4557-4228-B6F9-CB9131FEE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6328" name="Oval 7">
              <a:extLst>
                <a:ext uri="{FF2B5EF4-FFF2-40B4-BE49-F238E27FC236}">
                  <a16:creationId xmlns:a16="http://schemas.microsoft.com/office/drawing/2014/main" id="{FB0AA899-B4F4-4CB9-8CFD-79E242740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56329" name="Oval 8">
              <a:extLst>
                <a:ext uri="{FF2B5EF4-FFF2-40B4-BE49-F238E27FC236}">
                  <a16:creationId xmlns:a16="http://schemas.microsoft.com/office/drawing/2014/main" id="{9FE7D74B-248A-4518-BE7D-D98997EAB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56330" name="Oval 9">
              <a:extLst>
                <a:ext uri="{FF2B5EF4-FFF2-40B4-BE49-F238E27FC236}">
                  <a16:creationId xmlns:a16="http://schemas.microsoft.com/office/drawing/2014/main" id="{A622235B-3131-462E-A1C3-5088E39A1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6331" name="Oval 10">
              <a:extLst>
                <a:ext uri="{FF2B5EF4-FFF2-40B4-BE49-F238E27FC236}">
                  <a16:creationId xmlns:a16="http://schemas.microsoft.com/office/drawing/2014/main" id="{306E6478-7CA9-4044-B3D9-639196CC4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cxnSp>
          <p:nvCxnSpPr>
            <p:cNvPr id="56332" name="AutoShape 11">
              <a:extLst>
                <a:ext uri="{FF2B5EF4-FFF2-40B4-BE49-F238E27FC236}">
                  <a16:creationId xmlns:a16="http://schemas.microsoft.com/office/drawing/2014/main" id="{6BF5806E-7CC3-4B10-9AA8-8152CD818D93}"/>
                </a:ext>
              </a:extLst>
            </p:cNvPr>
            <p:cNvCxnSpPr>
              <a:cxnSpLocks noChangeShapeType="1"/>
              <a:stCxn id="56327" idx="7"/>
              <a:endCxn id="56331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3" name="AutoShape 12">
              <a:extLst>
                <a:ext uri="{FF2B5EF4-FFF2-40B4-BE49-F238E27FC236}">
                  <a16:creationId xmlns:a16="http://schemas.microsoft.com/office/drawing/2014/main" id="{73A56479-1CE8-4DA3-A124-4A13459B4732}"/>
                </a:ext>
              </a:extLst>
            </p:cNvPr>
            <p:cNvCxnSpPr>
              <a:cxnSpLocks noChangeShapeType="1"/>
              <a:stCxn id="56330" idx="6"/>
              <a:endCxn id="56331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4" name="AutoShape 13">
              <a:extLst>
                <a:ext uri="{FF2B5EF4-FFF2-40B4-BE49-F238E27FC236}">
                  <a16:creationId xmlns:a16="http://schemas.microsoft.com/office/drawing/2014/main" id="{158F08D0-D822-46D4-B069-51F6A938D1C1}"/>
                </a:ext>
              </a:extLst>
            </p:cNvPr>
            <p:cNvCxnSpPr>
              <a:cxnSpLocks noChangeShapeType="1"/>
              <a:stCxn id="56327" idx="4"/>
              <a:endCxn id="56328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5" name="AutoShape 14">
              <a:extLst>
                <a:ext uri="{FF2B5EF4-FFF2-40B4-BE49-F238E27FC236}">
                  <a16:creationId xmlns:a16="http://schemas.microsoft.com/office/drawing/2014/main" id="{04EE92D4-96FD-432B-9D86-73F15623AC1C}"/>
                </a:ext>
              </a:extLst>
            </p:cNvPr>
            <p:cNvCxnSpPr>
              <a:cxnSpLocks noChangeShapeType="1"/>
              <a:stCxn id="56327" idx="5"/>
              <a:endCxn id="56330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6" name="AutoShape 15">
              <a:extLst>
                <a:ext uri="{FF2B5EF4-FFF2-40B4-BE49-F238E27FC236}">
                  <a16:creationId xmlns:a16="http://schemas.microsoft.com/office/drawing/2014/main" id="{B665A96F-1680-478B-9F25-CAC5F0DA6818}"/>
                </a:ext>
              </a:extLst>
            </p:cNvPr>
            <p:cNvCxnSpPr>
              <a:cxnSpLocks noChangeShapeType="1"/>
              <a:stCxn id="56328" idx="7"/>
              <a:endCxn id="56330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7" name="AutoShape 16">
              <a:extLst>
                <a:ext uri="{FF2B5EF4-FFF2-40B4-BE49-F238E27FC236}">
                  <a16:creationId xmlns:a16="http://schemas.microsoft.com/office/drawing/2014/main" id="{A4F7CE5F-17B4-4BC3-84C3-8EE2858540F0}"/>
                </a:ext>
              </a:extLst>
            </p:cNvPr>
            <p:cNvCxnSpPr>
              <a:cxnSpLocks noChangeShapeType="1"/>
              <a:stCxn id="56330" idx="5"/>
              <a:endCxn id="56329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8" name="AutoShape 17">
              <a:extLst>
                <a:ext uri="{FF2B5EF4-FFF2-40B4-BE49-F238E27FC236}">
                  <a16:creationId xmlns:a16="http://schemas.microsoft.com/office/drawing/2014/main" id="{8B02E4CA-AAB7-4389-BBE3-7014D715F85B}"/>
                </a:ext>
              </a:extLst>
            </p:cNvPr>
            <p:cNvCxnSpPr>
              <a:cxnSpLocks noChangeShapeType="1"/>
              <a:stCxn id="56331" idx="4"/>
              <a:endCxn id="56329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9" name="AutoShape 18">
              <a:extLst>
                <a:ext uri="{FF2B5EF4-FFF2-40B4-BE49-F238E27FC236}">
                  <a16:creationId xmlns:a16="http://schemas.microsoft.com/office/drawing/2014/main" id="{087CF4A2-6C62-432F-B097-D07115F250A5}"/>
                </a:ext>
              </a:extLst>
            </p:cNvPr>
            <p:cNvCxnSpPr>
              <a:cxnSpLocks noChangeShapeType="1"/>
              <a:stCxn id="56329" idx="2"/>
              <a:endCxn id="56328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40" name="Text Box 19">
              <a:extLst>
                <a:ext uri="{FF2B5EF4-FFF2-40B4-BE49-F238E27FC236}">
                  <a16:creationId xmlns:a16="http://schemas.microsoft.com/office/drawing/2014/main" id="{3C08C3B7-C2D8-42D4-818E-BF52334CF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6341" name="Text Box 20">
              <a:extLst>
                <a:ext uri="{FF2B5EF4-FFF2-40B4-BE49-F238E27FC236}">
                  <a16:creationId xmlns:a16="http://schemas.microsoft.com/office/drawing/2014/main" id="{CF39403D-86CE-409F-B3BA-27141EF90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56342" name="Text Box 21">
              <a:extLst>
                <a:ext uri="{FF2B5EF4-FFF2-40B4-BE49-F238E27FC236}">
                  <a16:creationId xmlns:a16="http://schemas.microsoft.com/office/drawing/2014/main" id="{4DC6FECF-B557-45A3-A2F0-9F6DE6F81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56343" name="Text Box 22">
              <a:extLst>
                <a:ext uri="{FF2B5EF4-FFF2-40B4-BE49-F238E27FC236}">
                  <a16:creationId xmlns:a16="http://schemas.microsoft.com/office/drawing/2014/main" id="{F7904F0B-0372-4DFA-82EB-7B2AAB47B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56344" name="Text Box 23">
              <a:extLst>
                <a:ext uri="{FF2B5EF4-FFF2-40B4-BE49-F238E27FC236}">
                  <a16:creationId xmlns:a16="http://schemas.microsoft.com/office/drawing/2014/main" id="{7E4BD8A6-0310-44A0-83B9-ABEDC491B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56345" name="Text Box 24">
              <a:extLst>
                <a:ext uri="{FF2B5EF4-FFF2-40B4-BE49-F238E27FC236}">
                  <a16:creationId xmlns:a16="http://schemas.microsoft.com/office/drawing/2014/main" id="{E79193F7-63FC-411A-A032-A3A1F4543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56346" name="Text Box 25">
              <a:extLst>
                <a:ext uri="{FF2B5EF4-FFF2-40B4-BE49-F238E27FC236}">
                  <a16:creationId xmlns:a16="http://schemas.microsoft.com/office/drawing/2014/main" id="{4CDD86BA-71B6-4DFE-B8EB-B99685193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56347" name="Text Box 26">
              <a:extLst>
                <a:ext uri="{FF2B5EF4-FFF2-40B4-BE49-F238E27FC236}">
                  <a16:creationId xmlns:a16="http://schemas.microsoft.com/office/drawing/2014/main" id="{D29C033A-D54E-4739-9283-4FC752C93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56326" name="Text Box 41">
            <a:extLst>
              <a:ext uri="{FF2B5EF4-FFF2-40B4-BE49-F238E27FC236}">
                <a16:creationId xmlns:a16="http://schemas.microsoft.com/office/drawing/2014/main" id="{B8AE2886-79ED-4837-BF2D-C4B233113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119" y="4876122"/>
            <a:ext cx="336021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1" i="1" dirty="0"/>
              <a:t>F = </a:t>
            </a:r>
            <a:r>
              <a:rPr lang="en-US" altLang="en-US" sz="2000" dirty="0">
                <a:latin typeface="Arial" panose="020B0604020202020204" pitchFamily="34" charset="0"/>
              </a:rPr>
              <a:t>{a}, {b}, {c}, {d}, {e}</a:t>
            </a:r>
          </a:p>
          <a:p>
            <a:r>
              <a:rPr lang="en-US" altLang="en-US" sz="2000" b="1" i="1" dirty="0"/>
              <a:t>A </a:t>
            </a:r>
            <a:r>
              <a:rPr lang="en-US" altLang="en-US" sz="2000" b="1" dirty="0"/>
              <a:t>=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</a:t>
            </a: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altLang="en-US" sz="2000" b="1" i="1" dirty="0"/>
              <a:t>E </a:t>
            </a:r>
            <a:r>
              <a:rPr lang="en-US" altLang="en-US" sz="2000" b="1" dirty="0"/>
              <a:t>=</a:t>
            </a:r>
            <a:r>
              <a:rPr lang="en-US" altLang="en-US" sz="2000" dirty="0">
                <a:latin typeface="Arial" panose="020B0604020202020204" pitchFamily="34" charset="0"/>
              </a:rPr>
              <a:t> {(</a:t>
            </a:r>
            <a:r>
              <a:rPr lang="en-US" altLang="en-US" sz="2000" dirty="0" err="1">
                <a:latin typeface="Arial" panose="020B0604020202020204" pitchFamily="34" charset="0"/>
              </a:rPr>
              <a:t>a,d</a:t>
            </a:r>
            <a:r>
              <a:rPr lang="en-US" altLang="en-US" sz="2000" dirty="0">
                <a:latin typeface="Arial" panose="020B0604020202020204" pitchFamily="34" charset="0"/>
              </a:rPr>
              <a:t>), (</a:t>
            </a:r>
            <a:r>
              <a:rPr lang="en-US" altLang="en-US" sz="2000" dirty="0" err="1">
                <a:latin typeface="Arial" panose="020B0604020202020204" pitchFamily="34" charset="0"/>
              </a:rPr>
              <a:t>c,d</a:t>
            </a:r>
            <a:r>
              <a:rPr lang="en-US" altLang="en-US" sz="2000" dirty="0">
                <a:latin typeface="Arial" panose="020B0604020202020204" pitchFamily="34" charset="0"/>
              </a:rPr>
              <a:t>), (</a:t>
            </a:r>
            <a:r>
              <a:rPr lang="en-US" altLang="en-US" sz="2000" dirty="0" err="1">
                <a:latin typeface="Arial" panose="020B0604020202020204" pitchFamily="34" charset="0"/>
              </a:rPr>
              <a:t>d,e</a:t>
            </a:r>
            <a:r>
              <a:rPr lang="en-US" altLang="en-US" sz="2000" dirty="0">
                <a:latin typeface="Arial" panose="020B0604020202020204" pitchFamily="34" charset="0"/>
              </a:rPr>
              <a:t>), (</a:t>
            </a:r>
            <a:r>
              <a:rPr lang="en-US" altLang="en-US" sz="2000" dirty="0" err="1">
                <a:latin typeface="Arial" panose="020B0604020202020204" pitchFamily="34" charset="0"/>
              </a:rPr>
              <a:t>a,c</a:t>
            </a:r>
            <a:r>
              <a:rPr lang="en-US" altLang="en-US" sz="2000" dirty="0">
                <a:latin typeface="Arial" panose="020B0604020202020204" pitchFamily="34" charset="0"/>
              </a:rPr>
              <a:t>), 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       (</a:t>
            </a:r>
            <a:r>
              <a:rPr lang="en-US" altLang="en-US" sz="2000" dirty="0" err="1">
                <a:latin typeface="Arial" panose="020B0604020202020204" pitchFamily="34" charset="0"/>
              </a:rPr>
              <a:t>b,e</a:t>
            </a:r>
            <a:r>
              <a:rPr lang="en-US" altLang="en-US" sz="2000" dirty="0">
                <a:latin typeface="Arial" panose="020B0604020202020204" pitchFamily="34" charset="0"/>
              </a:rPr>
              <a:t>), (</a:t>
            </a:r>
            <a:r>
              <a:rPr lang="en-US" altLang="en-US" sz="2000" dirty="0" err="1">
                <a:latin typeface="Arial" panose="020B0604020202020204" pitchFamily="34" charset="0"/>
              </a:rPr>
              <a:t>c,e</a:t>
            </a:r>
            <a:r>
              <a:rPr lang="en-US" altLang="en-US" sz="2000" dirty="0">
                <a:latin typeface="Arial" panose="020B0604020202020204" pitchFamily="34" charset="0"/>
              </a:rPr>
              <a:t>), (</a:t>
            </a:r>
            <a:r>
              <a:rPr lang="en-US" altLang="en-US" sz="2000" dirty="0" err="1">
                <a:latin typeface="Arial" panose="020B0604020202020204" pitchFamily="34" charset="0"/>
              </a:rPr>
              <a:t>b,d</a:t>
            </a:r>
            <a:r>
              <a:rPr lang="en-US" altLang="en-US" sz="2000" dirty="0">
                <a:latin typeface="Arial" panose="020B0604020202020204" pitchFamily="34" charset="0"/>
              </a:rPr>
              <a:t>), (</a:t>
            </a:r>
            <a:r>
              <a:rPr lang="en-US" altLang="en-US" sz="2000" dirty="0" err="1">
                <a:latin typeface="Arial" panose="020B0604020202020204" pitchFamily="34" charset="0"/>
              </a:rPr>
              <a:t>a,b</a:t>
            </a:r>
            <a:r>
              <a:rPr lang="en-US" altLang="en-US" sz="2000" dirty="0">
                <a:latin typeface="Arial" panose="020B0604020202020204" pitchFamily="34" charset="0"/>
              </a:rPr>
              <a:t>)}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>
            <a:extLst>
              <a:ext uri="{FF2B5EF4-FFF2-40B4-BE49-F238E27FC236}">
                <a16:creationId xmlns:a16="http://schemas.microsoft.com/office/drawing/2014/main" id="{FC50EEA9-0CF3-4EC4-BCF3-0D2CB6466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1225136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7030A0"/>
                </a:solidFill>
              </a:rPr>
              <a:t>Kruskal’s algorithm (contd..)</a:t>
            </a:r>
          </a:p>
        </p:txBody>
      </p:sp>
      <p:sp>
        <p:nvSpPr>
          <p:cNvPr id="124955" name="Rectangle 27">
            <a:extLst>
              <a:ext uri="{FF2B5EF4-FFF2-40B4-BE49-F238E27FC236}">
                <a16:creationId xmlns:a16="http://schemas.microsoft.com/office/drawing/2014/main" id="{6CD405AC-51A7-484E-BED3-6B1B692122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4330" y="4984750"/>
            <a:ext cx="7924800" cy="1371600"/>
          </a:xfrm>
          <a:noFill/>
        </p:spPr>
        <p:txBody>
          <a:bodyPr/>
          <a:lstStyle/>
          <a:p>
            <a:r>
              <a:rPr lang="en-US" altLang="en-US" sz="2400" dirty="0"/>
              <a:t>Running time bounded by sorting (or </a:t>
            </a:r>
            <a:r>
              <a:rPr lang="en-US" altLang="en-US" sz="2400" dirty="0" err="1"/>
              <a:t>findMin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O(</a:t>
            </a:r>
            <a:r>
              <a:rPr lang="en-US" altLang="en-US" sz="2400" b="1" dirty="0">
                <a:latin typeface="Times New Roman" panose="02020603050405020304" pitchFamily="18" charset="0"/>
              </a:rPr>
              <a:t>|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en-US" sz="2400" b="1" dirty="0" err="1">
                <a:latin typeface="Times New Roman" panose="02020603050405020304" pitchFamily="18" charset="0"/>
              </a:rPr>
              <a:t>|log|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en-US" sz="2400" b="1" dirty="0">
                <a:latin typeface="Times New Roman" panose="02020603050405020304" pitchFamily="18" charset="0"/>
              </a:rPr>
              <a:t>|</a:t>
            </a:r>
            <a:r>
              <a:rPr lang="en-US" altLang="en-US" sz="2400" dirty="0"/>
              <a:t>), or equivalently, O(</a:t>
            </a:r>
            <a:r>
              <a:rPr lang="en-US" altLang="en-US" sz="2400" b="1" dirty="0">
                <a:latin typeface="Times New Roman" panose="02020603050405020304" pitchFamily="18" charset="0"/>
              </a:rPr>
              <a:t>|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en-US" sz="2400" b="1" dirty="0" err="1">
                <a:latin typeface="Times New Roman" panose="02020603050405020304" pitchFamily="18" charset="0"/>
              </a:rPr>
              <a:t>|log|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en-US" sz="2400" b="1" dirty="0">
                <a:latin typeface="Times New Roman" panose="02020603050405020304" pitchFamily="18" charset="0"/>
              </a:rPr>
              <a:t>|</a:t>
            </a:r>
            <a:r>
              <a:rPr lang="en-US" altLang="en-US" sz="2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1E803-9E89-4ABC-912A-062936C8C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458353"/>
            <a:ext cx="7555917" cy="31612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>
            <a:extLst>
              <a:ext uri="{FF2B5EF4-FFF2-40B4-BE49-F238E27FC236}">
                <a16:creationId xmlns:a16="http://schemas.microsoft.com/office/drawing/2014/main" id="{A48C4597-C32C-4612-8BB3-AB33201CE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Kruskal’s algorithm</a:t>
            </a:r>
          </a:p>
        </p:txBody>
      </p:sp>
      <p:sp>
        <p:nvSpPr>
          <p:cNvPr id="58372" name="Text Box 54">
            <a:extLst>
              <a:ext uri="{FF2B5EF4-FFF2-40B4-BE49-F238E27FC236}">
                <a16:creationId xmlns:a16="http://schemas.microsoft.com/office/drawing/2014/main" id="{6954B21F-3373-4E26-B9A9-5758AE13D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463" y="1824465"/>
            <a:ext cx="39308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1" i="1" dirty="0"/>
              <a:t>E </a:t>
            </a:r>
            <a:r>
              <a:rPr lang="en-US" altLang="en-US" sz="2000" b="1" dirty="0"/>
              <a:t>=</a:t>
            </a:r>
            <a:r>
              <a:rPr lang="en-US" altLang="en-US" sz="2400" dirty="0">
                <a:latin typeface="Arial" panose="020B0604020202020204" pitchFamily="34" charset="0"/>
              </a:rPr>
              <a:t> {(</a:t>
            </a:r>
            <a:r>
              <a:rPr lang="en-US" altLang="en-US" sz="2400" dirty="0" err="1">
                <a:latin typeface="Arial" panose="020B0604020202020204" pitchFamily="34" charset="0"/>
              </a:rPr>
              <a:t>a,d</a:t>
            </a:r>
            <a:r>
              <a:rPr lang="en-US" altLang="en-US" sz="2400" dirty="0">
                <a:latin typeface="Arial" panose="020B0604020202020204" pitchFamily="34" charset="0"/>
              </a:rPr>
              <a:t>), (</a:t>
            </a:r>
            <a:r>
              <a:rPr lang="en-US" altLang="en-US" sz="2400" dirty="0" err="1">
                <a:latin typeface="Arial" panose="020B0604020202020204" pitchFamily="34" charset="0"/>
              </a:rPr>
              <a:t>c,d</a:t>
            </a:r>
            <a:r>
              <a:rPr lang="en-US" altLang="en-US" sz="2400" dirty="0">
                <a:latin typeface="Arial" panose="020B0604020202020204" pitchFamily="34" charset="0"/>
              </a:rPr>
              <a:t>), (</a:t>
            </a:r>
            <a:r>
              <a:rPr lang="en-US" altLang="en-US" sz="2400" dirty="0" err="1">
                <a:latin typeface="Arial" panose="020B0604020202020204" pitchFamily="34" charset="0"/>
              </a:rPr>
              <a:t>d,e</a:t>
            </a:r>
            <a:r>
              <a:rPr lang="en-US" altLang="en-US" sz="2400" dirty="0">
                <a:latin typeface="Arial" panose="020B0604020202020204" pitchFamily="34" charset="0"/>
              </a:rPr>
              <a:t>), (</a:t>
            </a:r>
            <a:r>
              <a:rPr lang="en-US" altLang="en-US" sz="2400" dirty="0" err="1">
                <a:latin typeface="Arial" panose="020B0604020202020204" pitchFamily="34" charset="0"/>
              </a:rPr>
              <a:t>a,c</a:t>
            </a:r>
            <a:r>
              <a:rPr lang="en-US" altLang="en-US" sz="2400" dirty="0">
                <a:latin typeface="Arial" panose="020B0604020202020204" pitchFamily="34" charset="0"/>
              </a:rPr>
              <a:t>), </a:t>
            </a:r>
          </a:p>
          <a:p>
            <a:r>
              <a:rPr lang="en-US" altLang="en-US" sz="2400" dirty="0">
                <a:latin typeface="Arial" panose="020B0604020202020204" pitchFamily="34" charset="0"/>
              </a:rPr>
              <a:t>       (</a:t>
            </a:r>
            <a:r>
              <a:rPr lang="en-US" altLang="en-US" sz="2400" dirty="0" err="1">
                <a:latin typeface="Arial" panose="020B0604020202020204" pitchFamily="34" charset="0"/>
              </a:rPr>
              <a:t>b,e</a:t>
            </a:r>
            <a:r>
              <a:rPr lang="en-US" altLang="en-US" sz="2400" dirty="0">
                <a:latin typeface="Arial" panose="020B0604020202020204" pitchFamily="34" charset="0"/>
              </a:rPr>
              <a:t>), (</a:t>
            </a:r>
            <a:r>
              <a:rPr lang="en-US" altLang="en-US" sz="2400" dirty="0" err="1">
                <a:latin typeface="Arial" panose="020B0604020202020204" pitchFamily="34" charset="0"/>
              </a:rPr>
              <a:t>c,e</a:t>
            </a:r>
            <a:r>
              <a:rPr lang="en-US" altLang="en-US" sz="2400" dirty="0">
                <a:latin typeface="Arial" panose="020B0604020202020204" pitchFamily="34" charset="0"/>
              </a:rPr>
              <a:t>), (</a:t>
            </a:r>
            <a:r>
              <a:rPr lang="en-US" altLang="en-US" sz="2400" dirty="0" err="1">
                <a:latin typeface="Arial" panose="020B0604020202020204" pitchFamily="34" charset="0"/>
              </a:rPr>
              <a:t>b,d</a:t>
            </a:r>
            <a:r>
              <a:rPr lang="en-US" altLang="en-US" sz="2400" dirty="0">
                <a:latin typeface="Arial" panose="020B0604020202020204" pitchFamily="34" charset="0"/>
              </a:rPr>
              <a:t>), (</a:t>
            </a:r>
            <a:r>
              <a:rPr lang="en-US" altLang="en-US" sz="2400" dirty="0" err="1">
                <a:latin typeface="Arial" panose="020B0604020202020204" pitchFamily="34" charset="0"/>
              </a:rPr>
              <a:t>a,b</a:t>
            </a:r>
            <a:r>
              <a:rPr lang="en-US" altLang="en-US" sz="2400" dirty="0">
                <a:latin typeface="Arial" panose="020B0604020202020204" pitchFamily="34" charset="0"/>
              </a:rPr>
              <a:t>)}</a:t>
            </a:r>
          </a:p>
        </p:txBody>
      </p:sp>
      <p:grpSp>
        <p:nvGrpSpPr>
          <p:cNvPr id="58373" name="Group 115">
            <a:extLst>
              <a:ext uri="{FF2B5EF4-FFF2-40B4-BE49-F238E27FC236}">
                <a16:creationId xmlns:a16="http://schemas.microsoft.com/office/drawing/2014/main" id="{93C5D442-5866-4FB6-B203-1538C7E8A6D8}"/>
              </a:ext>
            </a:extLst>
          </p:cNvPr>
          <p:cNvGrpSpPr>
            <a:grpSpLocks/>
          </p:cNvGrpSpPr>
          <p:nvPr/>
        </p:nvGrpSpPr>
        <p:grpSpPr bwMode="auto">
          <a:xfrm>
            <a:off x="3352801" y="3584576"/>
            <a:ext cx="6234113" cy="2308225"/>
            <a:chOff x="1488" y="2169"/>
            <a:chExt cx="3927" cy="1454"/>
          </a:xfrm>
        </p:grpSpPr>
        <p:sp>
          <p:nvSpPr>
            <p:cNvPr id="58400" name="Rectangle 55">
              <a:extLst>
                <a:ext uri="{FF2B5EF4-FFF2-40B4-BE49-F238E27FC236}">
                  <a16:creationId xmlns:a16="http://schemas.microsoft.com/office/drawing/2014/main" id="{8CC9C927-4842-4747-88D3-EFB371A25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169"/>
              <a:ext cx="1720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 u="sng">
                  <a:latin typeface="Arial" panose="020B0604020202020204" pitchFamily="34" charset="0"/>
                </a:rPr>
                <a:t>Forest</a:t>
              </a:r>
              <a:endParaRPr lang="en-US" altLang="en-US" sz="2400">
                <a:latin typeface="Arial" panose="020B0604020202020204" pitchFamily="34" charset="0"/>
              </a:endParaRPr>
            </a:p>
            <a:p>
              <a:r>
                <a:rPr lang="en-US" altLang="en-US" sz="2400">
                  <a:latin typeface="Arial" panose="020B0604020202020204" pitchFamily="34" charset="0"/>
                </a:rPr>
                <a:t>{a}, {b}, {c}, {d}, {e}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{a,d}, {b}, {c}, {e}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{a,d,c}, {b}, {e}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{a,d,c,e}, {b}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{a,d,c,e,b}</a:t>
              </a:r>
            </a:p>
          </p:txBody>
        </p:sp>
        <p:sp>
          <p:nvSpPr>
            <p:cNvPr id="58401" name="Rectangle 56">
              <a:extLst>
                <a:ext uri="{FF2B5EF4-FFF2-40B4-BE49-F238E27FC236}">
                  <a16:creationId xmlns:a16="http://schemas.microsoft.com/office/drawing/2014/main" id="{0BDD7BCB-9D6A-4E1F-92CD-84F9D4B07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169"/>
              <a:ext cx="2151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 b="1" i="1" u="sng" dirty="0"/>
                <a:t>A</a:t>
              </a:r>
              <a:endParaRPr lang="en-US" altLang="en-US" sz="2400" b="1" i="1" dirty="0"/>
            </a:p>
            <a:p>
              <a:r>
                <a:rPr lang="en-US" altLang="en-U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</a:t>
              </a:r>
            </a:p>
            <a:p>
              <a:r>
                <a:rPr lang="en-US" altLang="en-US" sz="2400" dirty="0">
                  <a:latin typeface="Arial" panose="020B0604020202020204" pitchFamily="34" charset="0"/>
                </a:rPr>
                <a:t>{(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a,d</a:t>
              </a:r>
              <a:r>
                <a:rPr lang="en-US" altLang="en-US" sz="2400" dirty="0">
                  <a:latin typeface="Arial" panose="020B0604020202020204" pitchFamily="34" charset="0"/>
                </a:rPr>
                <a:t>)}</a:t>
              </a:r>
            </a:p>
            <a:p>
              <a:r>
                <a:rPr lang="en-US" altLang="en-US" sz="2400" dirty="0">
                  <a:latin typeface="Arial" panose="020B0604020202020204" pitchFamily="34" charset="0"/>
                </a:rPr>
                <a:t>{(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a,d</a:t>
              </a:r>
              <a:r>
                <a:rPr lang="en-US" altLang="en-US" sz="2400" dirty="0">
                  <a:latin typeface="Arial" panose="020B0604020202020204" pitchFamily="34" charset="0"/>
                </a:rPr>
                <a:t>), 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c,d</a:t>
              </a:r>
              <a:r>
                <a:rPr lang="en-US" altLang="en-US" sz="2400" dirty="0">
                  <a:latin typeface="Arial" panose="020B0604020202020204" pitchFamily="34" charset="0"/>
                </a:rPr>
                <a:t>)}</a:t>
              </a:r>
            </a:p>
            <a:p>
              <a:r>
                <a:rPr lang="en-US" altLang="en-US" sz="2400" dirty="0">
                  <a:latin typeface="Arial" panose="020B0604020202020204" pitchFamily="34" charset="0"/>
                </a:rPr>
                <a:t>{(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a,d</a:t>
              </a:r>
              <a:r>
                <a:rPr lang="en-US" altLang="en-US" sz="2400" dirty="0">
                  <a:latin typeface="Arial" panose="020B0604020202020204" pitchFamily="34" charset="0"/>
                </a:rPr>
                <a:t>), 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c,d</a:t>
              </a:r>
              <a:r>
                <a:rPr lang="en-US" altLang="en-US" sz="2400" dirty="0">
                  <a:latin typeface="Arial" panose="020B0604020202020204" pitchFamily="34" charset="0"/>
                </a:rPr>
                <a:t>), 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d,e</a:t>
              </a:r>
              <a:r>
                <a:rPr lang="en-US" altLang="en-US" sz="2400" dirty="0">
                  <a:latin typeface="Arial" panose="020B0604020202020204" pitchFamily="34" charset="0"/>
                </a:rPr>
                <a:t>)}</a:t>
              </a:r>
            </a:p>
            <a:p>
              <a:r>
                <a:rPr lang="en-US" altLang="en-US" sz="2400" dirty="0">
                  <a:latin typeface="Arial" panose="020B0604020202020204" pitchFamily="34" charset="0"/>
                </a:rPr>
                <a:t>{(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a,d</a:t>
              </a:r>
              <a:r>
                <a:rPr lang="en-US" altLang="en-US" sz="2400" dirty="0">
                  <a:latin typeface="Arial" panose="020B0604020202020204" pitchFamily="34" charset="0"/>
                </a:rPr>
                <a:t>), 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c,d</a:t>
              </a:r>
              <a:r>
                <a:rPr lang="en-US" altLang="en-US" sz="2400" dirty="0">
                  <a:latin typeface="Arial" panose="020B0604020202020204" pitchFamily="34" charset="0"/>
                </a:rPr>
                <a:t>), 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d,e</a:t>
              </a:r>
              <a:r>
                <a:rPr lang="en-US" altLang="en-US" sz="2400" dirty="0">
                  <a:latin typeface="Arial" panose="020B0604020202020204" pitchFamily="34" charset="0"/>
                </a:rPr>
                <a:t>), (</a:t>
              </a:r>
              <a:r>
                <a:rPr lang="en-US" altLang="en-US" sz="2400" dirty="0" err="1">
                  <a:latin typeface="Arial" panose="020B0604020202020204" pitchFamily="34" charset="0"/>
                </a:rPr>
                <a:t>b,e</a:t>
              </a:r>
              <a:r>
                <a:rPr lang="en-US" altLang="en-US" sz="2400" dirty="0">
                  <a:latin typeface="Arial" panose="020B0604020202020204" pitchFamily="34" charset="0"/>
                </a:rPr>
                <a:t>)}</a:t>
              </a:r>
            </a:p>
          </p:txBody>
        </p:sp>
      </p:grpSp>
      <p:sp>
        <p:nvSpPr>
          <p:cNvPr id="58374" name="Oval 58">
            <a:extLst>
              <a:ext uri="{FF2B5EF4-FFF2-40B4-BE49-F238E27FC236}">
                <a16:creationId xmlns:a16="http://schemas.microsoft.com/office/drawing/2014/main" id="{D01808AC-3C2A-4365-ABB3-A86CBA06E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752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8375" name="Oval 59">
            <a:extLst>
              <a:ext uri="{FF2B5EF4-FFF2-40B4-BE49-F238E27FC236}">
                <a16:creationId xmlns:a16="http://schemas.microsoft.com/office/drawing/2014/main" id="{D27A37F6-AAB0-4805-8AD7-C64396AA0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048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58376" name="Oval 60">
            <a:extLst>
              <a:ext uri="{FF2B5EF4-FFF2-40B4-BE49-F238E27FC236}">
                <a16:creationId xmlns:a16="http://schemas.microsoft.com/office/drawing/2014/main" id="{7DD2A538-DCB0-4202-A5AE-23DA86E7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819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58377" name="Oval 61">
            <a:extLst>
              <a:ext uri="{FF2B5EF4-FFF2-40B4-BE49-F238E27FC236}">
                <a16:creationId xmlns:a16="http://schemas.microsoft.com/office/drawing/2014/main" id="{6BC57C62-C765-4274-AB8D-855B7A2C3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981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58378" name="Oval 62">
            <a:extLst>
              <a:ext uri="{FF2B5EF4-FFF2-40B4-BE49-F238E27FC236}">
                <a16:creationId xmlns:a16="http://schemas.microsoft.com/office/drawing/2014/main" id="{35F6263F-C9E7-4C40-94E2-868866BD0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447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cxnSp>
        <p:nvCxnSpPr>
          <p:cNvPr id="58379" name="AutoShape 63">
            <a:extLst>
              <a:ext uri="{FF2B5EF4-FFF2-40B4-BE49-F238E27FC236}">
                <a16:creationId xmlns:a16="http://schemas.microsoft.com/office/drawing/2014/main" id="{F4BFD448-444A-4BC9-9E54-7654E7BCB189}"/>
              </a:ext>
            </a:extLst>
          </p:cNvPr>
          <p:cNvCxnSpPr>
            <a:cxnSpLocks noChangeShapeType="1"/>
            <a:stCxn id="58374" idx="7"/>
            <a:endCxn id="58378" idx="2"/>
          </p:cNvCxnSpPr>
          <p:nvPr/>
        </p:nvCxnSpPr>
        <p:spPr bwMode="auto">
          <a:xfrm flipV="1">
            <a:off x="3297238" y="1638301"/>
            <a:ext cx="1731962" cy="169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0" name="AutoShape 64">
            <a:extLst>
              <a:ext uri="{FF2B5EF4-FFF2-40B4-BE49-F238E27FC236}">
                <a16:creationId xmlns:a16="http://schemas.microsoft.com/office/drawing/2014/main" id="{BA50B6B1-D9FF-434D-985A-0B0B724439DC}"/>
              </a:ext>
            </a:extLst>
          </p:cNvPr>
          <p:cNvCxnSpPr>
            <a:cxnSpLocks noChangeShapeType="1"/>
            <a:stCxn id="58377" idx="6"/>
            <a:endCxn id="58378" idx="3"/>
          </p:cNvCxnSpPr>
          <p:nvPr/>
        </p:nvCxnSpPr>
        <p:spPr bwMode="auto">
          <a:xfrm flipV="1">
            <a:off x="4114801" y="17732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1" name="AutoShape 65">
            <a:extLst>
              <a:ext uri="{FF2B5EF4-FFF2-40B4-BE49-F238E27FC236}">
                <a16:creationId xmlns:a16="http://schemas.microsoft.com/office/drawing/2014/main" id="{4041ED1F-7122-4715-9C54-B4949B156825}"/>
              </a:ext>
            </a:extLst>
          </p:cNvPr>
          <p:cNvCxnSpPr>
            <a:cxnSpLocks noChangeShapeType="1"/>
            <a:stCxn id="58374" idx="4"/>
            <a:endCxn id="58375" idx="0"/>
          </p:cNvCxnSpPr>
          <p:nvPr/>
        </p:nvCxnSpPr>
        <p:spPr bwMode="auto">
          <a:xfrm>
            <a:off x="3162300" y="2133600"/>
            <a:ext cx="228600" cy="914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2" name="AutoShape 66">
            <a:extLst>
              <a:ext uri="{FF2B5EF4-FFF2-40B4-BE49-F238E27FC236}">
                <a16:creationId xmlns:a16="http://schemas.microsoft.com/office/drawing/2014/main" id="{87C1BBBC-AE76-42C6-B2C8-CC566F1AC20D}"/>
              </a:ext>
            </a:extLst>
          </p:cNvPr>
          <p:cNvCxnSpPr>
            <a:cxnSpLocks noChangeShapeType="1"/>
            <a:stCxn id="58374" idx="5"/>
            <a:endCxn id="58377" idx="2"/>
          </p:cNvCxnSpPr>
          <p:nvPr/>
        </p:nvCxnSpPr>
        <p:spPr bwMode="auto">
          <a:xfrm>
            <a:off x="3297238" y="20780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3" name="AutoShape 67">
            <a:extLst>
              <a:ext uri="{FF2B5EF4-FFF2-40B4-BE49-F238E27FC236}">
                <a16:creationId xmlns:a16="http://schemas.microsoft.com/office/drawing/2014/main" id="{0E13CC4D-92E0-45CF-9D33-38C2E46E2C6D}"/>
              </a:ext>
            </a:extLst>
          </p:cNvPr>
          <p:cNvCxnSpPr>
            <a:cxnSpLocks noChangeShapeType="1"/>
            <a:stCxn id="58375" idx="7"/>
            <a:endCxn id="58377" idx="3"/>
          </p:cNvCxnSpPr>
          <p:nvPr/>
        </p:nvCxnSpPr>
        <p:spPr bwMode="auto">
          <a:xfrm flipV="1">
            <a:off x="3525839" y="2306639"/>
            <a:ext cx="263525" cy="7969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4" name="AutoShape 68">
            <a:extLst>
              <a:ext uri="{FF2B5EF4-FFF2-40B4-BE49-F238E27FC236}">
                <a16:creationId xmlns:a16="http://schemas.microsoft.com/office/drawing/2014/main" id="{40C5A18D-2544-4B9C-9128-5A939B8E904D}"/>
              </a:ext>
            </a:extLst>
          </p:cNvPr>
          <p:cNvCxnSpPr>
            <a:cxnSpLocks noChangeShapeType="1"/>
            <a:stCxn id="58377" idx="5"/>
            <a:endCxn id="58376" idx="1"/>
          </p:cNvCxnSpPr>
          <p:nvPr/>
        </p:nvCxnSpPr>
        <p:spPr bwMode="auto">
          <a:xfrm>
            <a:off x="4059239" y="2306639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5" name="AutoShape 69">
            <a:extLst>
              <a:ext uri="{FF2B5EF4-FFF2-40B4-BE49-F238E27FC236}">
                <a16:creationId xmlns:a16="http://schemas.microsoft.com/office/drawing/2014/main" id="{A417C24A-F924-436C-95CC-873DBA3E52FC}"/>
              </a:ext>
            </a:extLst>
          </p:cNvPr>
          <p:cNvCxnSpPr>
            <a:cxnSpLocks noChangeShapeType="1"/>
            <a:stCxn id="58378" idx="4"/>
            <a:endCxn id="58376" idx="0"/>
          </p:cNvCxnSpPr>
          <p:nvPr/>
        </p:nvCxnSpPr>
        <p:spPr bwMode="auto">
          <a:xfrm flipH="1">
            <a:off x="4838700" y="1828800"/>
            <a:ext cx="381000" cy="990600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6" name="AutoShape 70">
            <a:extLst>
              <a:ext uri="{FF2B5EF4-FFF2-40B4-BE49-F238E27FC236}">
                <a16:creationId xmlns:a16="http://schemas.microsoft.com/office/drawing/2014/main" id="{4D800B8E-61F2-4EAD-8E6C-3999723A7184}"/>
              </a:ext>
            </a:extLst>
          </p:cNvPr>
          <p:cNvCxnSpPr>
            <a:cxnSpLocks noChangeShapeType="1"/>
            <a:stCxn id="58376" idx="2"/>
            <a:endCxn id="58375" idx="6"/>
          </p:cNvCxnSpPr>
          <p:nvPr/>
        </p:nvCxnSpPr>
        <p:spPr bwMode="auto">
          <a:xfrm flipH="1">
            <a:off x="3581400" y="30099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7" name="Text Box 71">
            <a:extLst>
              <a:ext uri="{FF2B5EF4-FFF2-40B4-BE49-F238E27FC236}">
                <a16:creationId xmlns:a16="http://schemas.microsoft.com/office/drawing/2014/main" id="{83040B15-4A28-4045-8764-7C58E34FE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25" y="18049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8388" name="Text Box 72">
            <a:extLst>
              <a:ext uri="{FF2B5EF4-FFF2-40B4-BE49-F238E27FC236}">
                <a16:creationId xmlns:a16="http://schemas.microsoft.com/office/drawing/2014/main" id="{56B7C499-5B2B-4808-97AE-22F5735E1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376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8389" name="Text Box 73">
            <a:extLst>
              <a:ext uri="{FF2B5EF4-FFF2-40B4-BE49-F238E27FC236}">
                <a16:creationId xmlns:a16="http://schemas.microsoft.com/office/drawing/2014/main" id="{0CDF0571-C3C3-45D5-929A-5BA591145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850" y="2376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8390" name="Text Box 74">
            <a:extLst>
              <a:ext uri="{FF2B5EF4-FFF2-40B4-BE49-F238E27FC236}">
                <a16:creationId xmlns:a16="http://schemas.microsoft.com/office/drawing/2014/main" id="{01744740-7153-41E7-99C0-E36C99E7D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050" y="13716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58391" name="Text Box 75">
            <a:extLst>
              <a:ext uri="{FF2B5EF4-FFF2-40B4-BE49-F238E27FC236}">
                <a16:creationId xmlns:a16="http://schemas.microsoft.com/office/drawing/2014/main" id="{05E0264D-5D7F-4CF6-B038-508618346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1766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8392" name="Text Box 76">
            <a:extLst>
              <a:ext uri="{FF2B5EF4-FFF2-40B4-BE49-F238E27FC236}">
                <a16:creationId xmlns:a16="http://schemas.microsoft.com/office/drawing/2014/main" id="{64C77E0C-78F5-47AF-B34A-9AAF5974F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22240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8393" name="Text Box 77">
            <a:extLst>
              <a:ext uri="{FF2B5EF4-FFF2-40B4-BE49-F238E27FC236}">
                <a16:creationId xmlns:a16="http://schemas.microsoft.com/office/drawing/2014/main" id="{61E3DC96-9C68-4FA7-8A4A-7010856E9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050" y="28336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8394" name="Text Box 78">
            <a:extLst>
              <a:ext uri="{FF2B5EF4-FFF2-40B4-BE49-F238E27FC236}">
                <a16:creationId xmlns:a16="http://schemas.microsoft.com/office/drawing/2014/main" id="{8D4B87F8-DC1E-4C39-9EAF-7C316EED1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2240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8395" name="Line 82">
            <a:extLst>
              <a:ext uri="{FF2B5EF4-FFF2-40B4-BE49-F238E27FC236}">
                <a16:creationId xmlns:a16="http://schemas.microsoft.com/office/drawing/2014/main" id="{5EEA369F-97EB-4B3E-94CF-D296B6ECC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6" name="Line 111">
            <a:extLst>
              <a:ext uri="{FF2B5EF4-FFF2-40B4-BE49-F238E27FC236}">
                <a16:creationId xmlns:a16="http://schemas.microsoft.com/office/drawing/2014/main" id="{8989A8A7-2D60-4FE8-B9D0-08BC9A968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7" name="Line 112">
            <a:extLst>
              <a:ext uri="{FF2B5EF4-FFF2-40B4-BE49-F238E27FC236}">
                <a16:creationId xmlns:a16="http://schemas.microsoft.com/office/drawing/2014/main" id="{7194326A-6601-4309-92A6-AE92DC3C5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8" name="Line 113">
            <a:extLst>
              <a:ext uri="{FF2B5EF4-FFF2-40B4-BE49-F238E27FC236}">
                <a16:creationId xmlns:a16="http://schemas.microsoft.com/office/drawing/2014/main" id="{914408D7-ACF2-4EA6-9BB5-E32E498C7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399" name="Line 114">
            <a:extLst>
              <a:ext uri="{FF2B5EF4-FFF2-40B4-BE49-F238E27FC236}">
                <a16:creationId xmlns:a16="http://schemas.microsoft.com/office/drawing/2014/main" id="{1436E158-EEF9-4BDC-844B-B363F2338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362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>
            <a:extLst>
              <a:ext uri="{FF2B5EF4-FFF2-40B4-BE49-F238E27FC236}">
                <a16:creationId xmlns:a16="http://schemas.microsoft.com/office/drawing/2014/main" id="{7D081003-FF26-4DE3-A92E-3330C6FAD0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After each iteration, every tree in the forest is a MST of the vertices it connects</a:t>
            </a:r>
          </a:p>
          <a:p>
            <a:endParaRPr lang="en-US" altLang="en-US" sz="2400"/>
          </a:p>
          <a:p>
            <a:r>
              <a:rPr lang="en-US" altLang="en-US" sz="2400"/>
              <a:t>Algorithm terminates when all vertices are connected into one tree</a:t>
            </a:r>
          </a:p>
        </p:txBody>
      </p:sp>
      <p:sp>
        <p:nvSpPr>
          <p:cNvPr id="59396" name="Rectangle 5">
            <a:extLst>
              <a:ext uri="{FF2B5EF4-FFF2-40B4-BE49-F238E27FC236}">
                <a16:creationId xmlns:a16="http://schemas.microsoft.com/office/drawing/2014/main" id="{CE599444-ABAF-4EAA-8EC5-C0788CE7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600" b="1">
                <a:solidFill>
                  <a:srgbClr val="000099"/>
                </a:solidFill>
                <a:latin typeface="Arial" panose="020B0604020202020204" pitchFamily="34" charset="0"/>
              </a:rPr>
              <a:t>Kruskal’s Algorithm Invariant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4E4DD3EF-2CBE-4AEC-A0D8-7AD0715B5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7030A0"/>
                </a:solidFill>
              </a:rPr>
              <a:t>1. Prim’s Algorithm</a:t>
            </a:r>
          </a:p>
        </p:txBody>
      </p:sp>
      <p:grpSp>
        <p:nvGrpSpPr>
          <p:cNvPr id="41989" name="Group 7">
            <a:extLst>
              <a:ext uri="{FF2B5EF4-FFF2-40B4-BE49-F238E27FC236}">
                <a16:creationId xmlns:a16="http://schemas.microsoft.com/office/drawing/2014/main" id="{598DEC8B-1D80-405A-88DA-6D52488E4AC0}"/>
              </a:ext>
            </a:extLst>
          </p:cNvPr>
          <p:cNvGrpSpPr>
            <a:grpSpLocks/>
          </p:cNvGrpSpPr>
          <p:nvPr/>
        </p:nvGrpSpPr>
        <p:grpSpPr bwMode="auto">
          <a:xfrm>
            <a:off x="6989900" y="1245394"/>
            <a:ext cx="2438400" cy="2057400"/>
            <a:chOff x="2160" y="1344"/>
            <a:chExt cx="1536" cy="1296"/>
          </a:xfrm>
        </p:grpSpPr>
        <p:sp>
          <p:nvSpPr>
            <p:cNvPr id="42004" name="Oval 8">
              <a:extLst>
                <a:ext uri="{FF2B5EF4-FFF2-40B4-BE49-F238E27FC236}">
                  <a16:creationId xmlns:a16="http://schemas.microsoft.com/office/drawing/2014/main" id="{6C5EF4E7-629E-4CC7-9309-A7265F53D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2005" name="Oval 9">
              <a:extLst>
                <a:ext uri="{FF2B5EF4-FFF2-40B4-BE49-F238E27FC236}">
                  <a16:creationId xmlns:a16="http://schemas.microsoft.com/office/drawing/2014/main" id="{3D9A916C-CAEB-451B-8D22-97AD1F3CF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2006" name="Oval 10">
              <a:extLst>
                <a:ext uri="{FF2B5EF4-FFF2-40B4-BE49-F238E27FC236}">
                  <a16:creationId xmlns:a16="http://schemas.microsoft.com/office/drawing/2014/main" id="{6A8CD09F-B341-4FE2-A461-4DE528E41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2007" name="Oval 11">
              <a:extLst>
                <a:ext uri="{FF2B5EF4-FFF2-40B4-BE49-F238E27FC236}">
                  <a16:creationId xmlns:a16="http://schemas.microsoft.com/office/drawing/2014/main" id="{B4968E9C-F8D8-4980-B0BE-0E4DBE674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2008" name="Oval 12">
              <a:extLst>
                <a:ext uri="{FF2B5EF4-FFF2-40B4-BE49-F238E27FC236}">
                  <a16:creationId xmlns:a16="http://schemas.microsoft.com/office/drawing/2014/main" id="{E012EAAE-4441-4A0F-9A24-21463F659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cxnSp>
          <p:nvCxnSpPr>
            <p:cNvPr id="42009" name="AutoShape 13">
              <a:extLst>
                <a:ext uri="{FF2B5EF4-FFF2-40B4-BE49-F238E27FC236}">
                  <a16:creationId xmlns:a16="http://schemas.microsoft.com/office/drawing/2014/main" id="{F286C15B-FBB0-48AB-A8A7-CA518ACD2840}"/>
                </a:ext>
              </a:extLst>
            </p:cNvPr>
            <p:cNvCxnSpPr>
              <a:cxnSpLocks noChangeShapeType="1"/>
              <a:stCxn id="42004" idx="7"/>
              <a:endCxn id="42008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0" name="AutoShape 14">
              <a:extLst>
                <a:ext uri="{FF2B5EF4-FFF2-40B4-BE49-F238E27FC236}">
                  <a16:creationId xmlns:a16="http://schemas.microsoft.com/office/drawing/2014/main" id="{560D131B-EB89-4ED5-8E4D-66AAE0E2B7CC}"/>
                </a:ext>
              </a:extLst>
            </p:cNvPr>
            <p:cNvCxnSpPr>
              <a:cxnSpLocks noChangeShapeType="1"/>
              <a:stCxn id="42007" idx="6"/>
              <a:endCxn id="42008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1" name="AutoShape 15">
              <a:extLst>
                <a:ext uri="{FF2B5EF4-FFF2-40B4-BE49-F238E27FC236}">
                  <a16:creationId xmlns:a16="http://schemas.microsoft.com/office/drawing/2014/main" id="{6A317E3E-20F8-4C29-A992-AF44EB0FD2BD}"/>
                </a:ext>
              </a:extLst>
            </p:cNvPr>
            <p:cNvCxnSpPr>
              <a:cxnSpLocks noChangeShapeType="1"/>
              <a:stCxn id="42004" idx="4"/>
              <a:endCxn id="42005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2" name="AutoShape 16">
              <a:extLst>
                <a:ext uri="{FF2B5EF4-FFF2-40B4-BE49-F238E27FC236}">
                  <a16:creationId xmlns:a16="http://schemas.microsoft.com/office/drawing/2014/main" id="{3F2527B0-4914-4AFC-9FF1-CCE9259DC070}"/>
                </a:ext>
              </a:extLst>
            </p:cNvPr>
            <p:cNvCxnSpPr>
              <a:cxnSpLocks noChangeShapeType="1"/>
              <a:stCxn id="42004" idx="5"/>
              <a:endCxn id="42007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3" name="AutoShape 17">
              <a:extLst>
                <a:ext uri="{FF2B5EF4-FFF2-40B4-BE49-F238E27FC236}">
                  <a16:creationId xmlns:a16="http://schemas.microsoft.com/office/drawing/2014/main" id="{2F332B7D-42C7-472F-9086-BFD655F13795}"/>
                </a:ext>
              </a:extLst>
            </p:cNvPr>
            <p:cNvCxnSpPr>
              <a:cxnSpLocks noChangeShapeType="1"/>
              <a:stCxn id="42005" idx="7"/>
              <a:endCxn id="42007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4" name="AutoShape 18">
              <a:extLst>
                <a:ext uri="{FF2B5EF4-FFF2-40B4-BE49-F238E27FC236}">
                  <a16:creationId xmlns:a16="http://schemas.microsoft.com/office/drawing/2014/main" id="{2774DFFE-A416-4AD6-8529-A7535D06DA4E}"/>
                </a:ext>
              </a:extLst>
            </p:cNvPr>
            <p:cNvCxnSpPr>
              <a:cxnSpLocks noChangeShapeType="1"/>
              <a:stCxn id="42007" idx="5"/>
              <a:endCxn id="42006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5" name="AutoShape 19">
              <a:extLst>
                <a:ext uri="{FF2B5EF4-FFF2-40B4-BE49-F238E27FC236}">
                  <a16:creationId xmlns:a16="http://schemas.microsoft.com/office/drawing/2014/main" id="{BCE25DCD-A7C0-4528-BC2C-9C237D961C22}"/>
                </a:ext>
              </a:extLst>
            </p:cNvPr>
            <p:cNvCxnSpPr>
              <a:cxnSpLocks noChangeShapeType="1"/>
              <a:stCxn id="42008" idx="4"/>
              <a:endCxn id="42006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6" name="AutoShape 20">
              <a:extLst>
                <a:ext uri="{FF2B5EF4-FFF2-40B4-BE49-F238E27FC236}">
                  <a16:creationId xmlns:a16="http://schemas.microsoft.com/office/drawing/2014/main" id="{3F39C65D-EB32-4AAA-811B-BF29BA8B9B9A}"/>
                </a:ext>
              </a:extLst>
            </p:cNvPr>
            <p:cNvCxnSpPr>
              <a:cxnSpLocks noChangeShapeType="1"/>
              <a:stCxn id="42006" idx="2"/>
              <a:endCxn id="42005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17" name="Text Box 21">
              <a:extLst>
                <a:ext uri="{FF2B5EF4-FFF2-40B4-BE49-F238E27FC236}">
                  <a16:creationId xmlns:a16="http://schemas.microsoft.com/office/drawing/2014/main" id="{2C67AC5E-154B-4EA8-8E7F-87C0ECAB4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2018" name="Text Box 22">
              <a:extLst>
                <a:ext uri="{FF2B5EF4-FFF2-40B4-BE49-F238E27FC236}">
                  <a16:creationId xmlns:a16="http://schemas.microsoft.com/office/drawing/2014/main" id="{EE61FD1F-816D-49EB-BD29-3763E844E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42019" name="Text Box 23">
              <a:extLst>
                <a:ext uri="{FF2B5EF4-FFF2-40B4-BE49-F238E27FC236}">
                  <a16:creationId xmlns:a16="http://schemas.microsoft.com/office/drawing/2014/main" id="{7EF7CDE4-D794-4501-AB53-82EFD6EF8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2020" name="Text Box 24">
              <a:extLst>
                <a:ext uri="{FF2B5EF4-FFF2-40B4-BE49-F238E27FC236}">
                  <a16:creationId xmlns:a16="http://schemas.microsoft.com/office/drawing/2014/main" id="{67EFCC54-390C-4702-983D-3704236EB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42021" name="Text Box 25">
              <a:extLst>
                <a:ext uri="{FF2B5EF4-FFF2-40B4-BE49-F238E27FC236}">
                  <a16:creationId xmlns:a16="http://schemas.microsoft.com/office/drawing/2014/main" id="{02C9D24E-94FE-4619-A107-3A16EC55D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42022" name="Text Box 26">
              <a:extLst>
                <a:ext uri="{FF2B5EF4-FFF2-40B4-BE49-F238E27FC236}">
                  <a16:creationId xmlns:a16="http://schemas.microsoft.com/office/drawing/2014/main" id="{07FD4CF7-717E-40BB-B682-A164228D6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42023" name="Text Box 27">
              <a:extLst>
                <a:ext uri="{FF2B5EF4-FFF2-40B4-BE49-F238E27FC236}">
                  <a16:creationId xmlns:a16="http://schemas.microsoft.com/office/drawing/2014/main" id="{F8BFA3CB-950F-448A-92EB-C52F48E4E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2024" name="Text Box 28">
              <a:extLst>
                <a:ext uri="{FF2B5EF4-FFF2-40B4-BE49-F238E27FC236}">
                  <a16:creationId xmlns:a16="http://schemas.microsoft.com/office/drawing/2014/main" id="{C5997BD5-2C05-4A82-A0F3-2E11782D8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800" b="1"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41990" name="Group 50">
            <a:extLst>
              <a:ext uri="{FF2B5EF4-FFF2-40B4-BE49-F238E27FC236}">
                <a16:creationId xmlns:a16="http://schemas.microsoft.com/office/drawing/2014/main" id="{D909814F-50DA-4D2F-8341-726D06F15CEA}"/>
              </a:ext>
            </a:extLst>
          </p:cNvPr>
          <p:cNvGrpSpPr>
            <a:grpSpLocks/>
          </p:cNvGrpSpPr>
          <p:nvPr/>
        </p:nvGrpSpPr>
        <p:grpSpPr bwMode="auto">
          <a:xfrm>
            <a:off x="6154875" y="4222404"/>
            <a:ext cx="1819275" cy="939800"/>
            <a:chOff x="2976" y="2816"/>
            <a:chExt cx="1146" cy="592"/>
          </a:xfrm>
        </p:grpSpPr>
        <p:grpSp>
          <p:nvGrpSpPr>
            <p:cNvPr id="41992" name="Group 48">
              <a:extLst>
                <a:ext uri="{FF2B5EF4-FFF2-40B4-BE49-F238E27FC236}">
                  <a16:creationId xmlns:a16="http://schemas.microsoft.com/office/drawing/2014/main" id="{9D5A07B9-9228-42AE-B66F-60E289642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816"/>
              <a:ext cx="1146" cy="294"/>
              <a:chOff x="2976" y="2816"/>
              <a:chExt cx="1146" cy="294"/>
            </a:xfrm>
          </p:grpSpPr>
          <p:sp>
            <p:nvSpPr>
              <p:cNvPr id="41999" name="Text Box 31">
                <a:extLst>
                  <a:ext uri="{FF2B5EF4-FFF2-40B4-BE49-F238E27FC236}">
                    <a16:creationId xmlns:a16="http://schemas.microsoft.com/office/drawing/2014/main" id="{5D8DDB0C-2440-4C43-82E9-144B934D48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42000" name="Text Box 32">
                <a:extLst>
                  <a:ext uri="{FF2B5EF4-FFF2-40B4-BE49-F238E27FC236}">
                    <a16:creationId xmlns:a16="http://schemas.microsoft.com/office/drawing/2014/main" id="{4D061E81-CBDF-457D-B3BD-B6262E8371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7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latin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42001" name="Text Box 33">
                <a:extLst>
                  <a:ext uri="{FF2B5EF4-FFF2-40B4-BE49-F238E27FC236}">
                    <a16:creationId xmlns:a16="http://schemas.microsoft.com/office/drawing/2014/main" id="{6B3A842E-2899-40A1-87C7-6A82B4350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 dirty="0">
                    <a:latin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42002" name="Text Box 34">
                <a:extLst>
                  <a:ext uri="{FF2B5EF4-FFF2-40B4-BE49-F238E27FC236}">
                    <a16:creationId xmlns:a16="http://schemas.microsoft.com/office/drawing/2014/main" id="{72E2F2D1-9478-455F-971A-F3F917FD42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4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latin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42003" name="Text Box 35">
                <a:extLst>
                  <a:ext uri="{FF2B5EF4-FFF2-40B4-BE49-F238E27FC236}">
                    <a16:creationId xmlns:a16="http://schemas.microsoft.com/office/drawing/2014/main" id="{5A476B5A-2E49-4B9F-B80F-F45012FA1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3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grpSp>
          <p:nvGrpSpPr>
            <p:cNvPr id="41993" name="Group 49">
              <a:extLst>
                <a:ext uri="{FF2B5EF4-FFF2-40B4-BE49-F238E27FC236}">
                  <a16:creationId xmlns:a16="http://schemas.microsoft.com/office/drawing/2014/main" id="{2DE5D46D-7286-41FA-890B-C6ABFFD849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3114"/>
              <a:ext cx="1146" cy="294"/>
              <a:chOff x="2976" y="3114"/>
              <a:chExt cx="1146" cy="294"/>
            </a:xfrm>
          </p:grpSpPr>
          <p:sp>
            <p:nvSpPr>
              <p:cNvPr id="41994" name="Text Box 40">
                <a:extLst>
                  <a:ext uri="{FF2B5EF4-FFF2-40B4-BE49-F238E27FC236}">
                    <a16:creationId xmlns:a16="http://schemas.microsoft.com/office/drawing/2014/main" id="{054366E4-C309-420B-BEB6-17A42BB2C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1995" name="Text Box 41">
                <a:extLst>
                  <a:ext uri="{FF2B5EF4-FFF2-40B4-BE49-F238E27FC236}">
                    <a16:creationId xmlns:a16="http://schemas.microsoft.com/office/drawing/2014/main" id="{514AC6A8-882A-46D2-8346-E771977931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7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41996" name="Text Box 42">
                <a:extLst>
                  <a:ext uri="{FF2B5EF4-FFF2-40B4-BE49-F238E27FC236}">
                    <a16:creationId xmlns:a16="http://schemas.microsoft.com/office/drawing/2014/main" id="{B5115856-92A0-4A15-B39A-7FB68FD01D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5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41997" name="Text Box 43">
                <a:extLst>
                  <a:ext uri="{FF2B5EF4-FFF2-40B4-BE49-F238E27FC236}">
                    <a16:creationId xmlns:a16="http://schemas.microsoft.com/office/drawing/2014/main" id="{2FA7C0AF-3D95-4D00-BA3C-453F3E0F47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4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sym typeface="Symbol" panose="05050102010706020507" pitchFamily="18" charset="2"/>
                  </a:rPr>
                  <a:t></a:t>
                </a:r>
              </a:p>
            </p:txBody>
          </p:sp>
          <p:sp>
            <p:nvSpPr>
              <p:cNvPr id="41998" name="Text Box 44">
                <a:extLst>
                  <a:ext uri="{FF2B5EF4-FFF2-40B4-BE49-F238E27FC236}">
                    <a16:creationId xmlns:a16="http://schemas.microsoft.com/office/drawing/2014/main" id="{F926BC7E-3FBA-433A-840F-DCB4B9026C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3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sz="2400">
                    <a:sym typeface="Symbol" panose="05050102010706020507" pitchFamily="18" charset="2"/>
                  </a:rPr>
                  <a:t></a:t>
                </a:r>
              </a:p>
            </p:txBody>
          </p:sp>
        </p:grpSp>
      </p:grpSp>
      <p:sp>
        <p:nvSpPr>
          <p:cNvPr id="41991" name="Text Box 51">
            <a:extLst>
              <a:ext uri="{FF2B5EF4-FFF2-40B4-BE49-F238E27FC236}">
                <a16:creationId xmlns:a16="http://schemas.microsoft.com/office/drawing/2014/main" id="{20AF5505-E843-4C31-8F0E-ED669F801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1330" y="4338291"/>
            <a:ext cx="1846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u="sng" dirty="0">
                <a:latin typeface="Arial" panose="020B0604020202020204" pitchFamily="34" charset="0"/>
              </a:rPr>
              <a:t>Vertex	Parent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    e	    -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9A75E-68B3-402E-B9A7-D46751B1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24" y="1534277"/>
            <a:ext cx="5103527" cy="41641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15C3E6AE-7D9C-45CD-A4D2-757B269CE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Prim’s algorithm</a:t>
            </a:r>
          </a:p>
        </p:txBody>
      </p:sp>
      <p:sp>
        <p:nvSpPr>
          <p:cNvPr id="44036" name="Oval 3">
            <a:extLst>
              <a:ext uri="{FF2B5EF4-FFF2-40B4-BE49-F238E27FC236}">
                <a16:creationId xmlns:a16="http://schemas.microsoft.com/office/drawing/2014/main" id="{FF649540-6DB7-4C42-B7A5-F48D2AF71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4037" name="Oval 4">
            <a:extLst>
              <a:ext uri="{FF2B5EF4-FFF2-40B4-BE49-F238E27FC236}">
                <a16:creationId xmlns:a16="http://schemas.microsoft.com/office/drawing/2014/main" id="{78CB722E-F88D-4F99-866E-57CAF2942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44038" name="Oval 5">
            <a:extLst>
              <a:ext uri="{FF2B5EF4-FFF2-40B4-BE49-F238E27FC236}">
                <a16:creationId xmlns:a16="http://schemas.microsoft.com/office/drawing/2014/main" id="{E1F0A31A-2089-4842-B58B-E25137D9E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4039" name="Oval 6">
            <a:extLst>
              <a:ext uri="{FF2B5EF4-FFF2-40B4-BE49-F238E27FC236}">
                <a16:creationId xmlns:a16="http://schemas.microsoft.com/office/drawing/2014/main" id="{12CE8341-196C-4DF6-A962-BEE75C2CF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44040" name="Oval 7">
            <a:extLst>
              <a:ext uri="{FF2B5EF4-FFF2-40B4-BE49-F238E27FC236}">
                <a16:creationId xmlns:a16="http://schemas.microsoft.com/office/drawing/2014/main" id="{D8AD64C3-B080-4F69-9129-CDDDD3AD6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cxnSp>
        <p:nvCxnSpPr>
          <p:cNvPr id="44041" name="AutoShape 8">
            <a:extLst>
              <a:ext uri="{FF2B5EF4-FFF2-40B4-BE49-F238E27FC236}">
                <a16:creationId xmlns:a16="http://schemas.microsoft.com/office/drawing/2014/main" id="{F2188B58-7935-425A-8FFB-F128BE5188BA}"/>
              </a:ext>
            </a:extLst>
          </p:cNvPr>
          <p:cNvCxnSpPr>
            <a:cxnSpLocks noChangeShapeType="1"/>
            <a:stCxn id="44036" idx="7"/>
            <a:endCxn id="44040" idx="2"/>
          </p:cNvCxnSpPr>
          <p:nvPr/>
        </p:nvCxnSpPr>
        <p:spPr bwMode="auto">
          <a:xfrm flipV="1">
            <a:off x="3221038" y="2552701"/>
            <a:ext cx="1731962" cy="16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2" name="AutoShape 9">
            <a:extLst>
              <a:ext uri="{FF2B5EF4-FFF2-40B4-BE49-F238E27FC236}">
                <a16:creationId xmlns:a16="http://schemas.microsoft.com/office/drawing/2014/main" id="{6A47DF81-338A-4620-A8A5-4ED166135BD3}"/>
              </a:ext>
            </a:extLst>
          </p:cNvPr>
          <p:cNvCxnSpPr>
            <a:cxnSpLocks noChangeShapeType="1"/>
            <a:stCxn id="44039" idx="6"/>
            <a:endCxn id="44040" idx="3"/>
          </p:cNvCxnSpPr>
          <p:nvPr/>
        </p:nvCxnSpPr>
        <p:spPr bwMode="auto">
          <a:xfrm flipV="1">
            <a:off x="4038601" y="2687638"/>
            <a:ext cx="969963" cy="398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3" name="AutoShape 10">
            <a:extLst>
              <a:ext uri="{FF2B5EF4-FFF2-40B4-BE49-F238E27FC236}">
                <a16:creationId xmlns:a16="http://schemas.microsoft.com/office/drawing/2014/main" id="{F8D15FF9-7B0D-44CD-B3CD-42CE580E40DB}"/>
              </a:ext>
            </a:extLst>
          </p:cNvPr>
          <p:cNvCxnSpPr>
            <a:cxnSpLocks noChangeShapeType="1"/>
            <a:stCxn id="44036" idx="4"/>
            <a:endCxn id="44037" idx="0"/>
          </p:cNvCxnSpPr>
          <p:nvPr/>
        </p:nvCxnSpPr>
        <p:spPr bwMode="auto">
          <a:xfrm>
            <a:off x="3086100" y="3048000"/>
            <a:ext cx="2286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4" name="AutoShape 11">
            <a:extLst>
              <a:ext uri="{FF2B5EF4-FFF2-40B4-BE49-F238E27FC236}">
                <a16:creationId xmlns:a16="http://schemas.microsoft.com/office/drawing/2014/main" id="{9607AC26-D32B-4843-B1BF-1F855C291BBD}"/>
              </a:ext>
            </a:extLst>
          </p:cNvPr>
          <p:cNvCxnSpPr>
            <a:cxnSpLocks noChangeShapeType="1"/>
            <a:stCxn id="44036" idx="5"/>
            <a:endCxn id="44039" idx="2"/>
          </p:cNvCxnSpPr>
          <p:nvPr/>
        </p:nvCxnSpPr>
        <p:spPr bwMode="auto">
          <a:xfrm>
            <a:off x="3221038" y="2992438"/>
            <a:ext cx="436562" cy="936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5" name="AutoShape 12">
            <a:extLst>
              <a:ext uri="{FF2B5EF4-FFF2-40B4-BE49-F238E27FC236}">
                <a16:creationId xmlns:a16="http://schemas.microsoft.com/office/drawing/2014/main" id="{66E0448E-1123-4813-8F98-573C78845270}"/>
              </a:ext>
            </a:extLst>
          </p:cNvPr>
          <p:cNvCxnSpPr>
            <a:cxnSpLocks noChangeShapeType="1"/>
            <a:stCxn id="44037" idx="7"/>
            <a:endCxn id="44039" idx="3"/>
          </p:cNvCxnSpPr>
          <p:nvPr/>
        </p:nvCxnSpPr>
        <p:spPr bwMode="auto">
          <a:xfrm flipV="1">
            <a:off x="3449639" y="3221039"/>
            <a:ext cx="263525" cy="796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6" name="AutoShape 13">
            <a:extLst>
              <a:ext uri="{FF2B5EF4-FFF2-40B4-BE49-F238E27FC236}">
                <a16:creationId xmlns:a16="http://schemas.microsoft.com/office/drawing/2014/main" id="{3DE83A5F-E043-4443-B188-B0C317666B6A}"/>
              </a:ext>
            </a:extLst>
          </p:cNvPr>
          <p:cNvCxnSpPr>
            <a:cxnSpLocks noChangeShapeType="1"/>
            <a:stCxn id="44039" idx="5"/>
            <a:endCxn id="44038" idx="1"/>
          </p:cNvCxnSpPr>
          <p:nvPr/>
        </p:nvCxnSpPr>
        <p:spPr bwMode="auto">
          <a:xfrm>
            <a:off x="3983039" y="3221039"/>
            <a:ext cx="644525" cy="568325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7" name="AutoShape 14">
            <a:extLst>
              <a:ext uri="{FF2B5EF4-FFF2-40B4-BE49-F238E27FC236}">
                <a16:creationId xmlns:a16="http://schemas.microsoft.com/office/drawing/2014/main" id="{D8DD1BFA-1B41-451B-B7B9-51431B9CEF28}"/>
              </a:ext>
            </a:extLst>
          </p:cNvPr>
          <p:cNvCxnSpPr>
            <a:cxnSpLocks noChangeShapeType="1"/>
            <a:stCxn id="44040" idx="4"/>
            <a:endCxn id="44038" idx="0"/>
          </p:cNvCxnSpPr>
          <p:nvPr/>
        </p:nvCxnSpPr>
        <p:spPr bwMode="auto">
          <a:xfrm flipH="1">
            <a:off x="4762500" y="2743200"/>
            <a:ext cx="381000" cy="990600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8" name="AutoShape 15">
            <a:extLst>
              <a:ext uri="{FF2B5EF4-FFF2-40B4-BE49-F238E27FC236}">
                <a16:creationId xmlns:a16="http://schemas.microsoft.com/office/drawing/2014/main" id="{BFCD42D2-1D1F-4621-893F-7AC19B2C3FCC}"/>
              </a:ext>
            </a:extLst>
          </p:cNvPr>
          <p:cNvCxnSpPr>
            <a:cxnSpLocks noChangeShapeType="1"/>
            <a:stCxn id="44038" idx="2"/>
            <a:endCxn id="44037" idx="6"/>
          </p:cNvCxnSpPr>
          <p:nvPr/>
        </p:nvCxnSpPr>
        <p:spPr bwMode="auto">
          <a:xfrm flipH="1">
            <a:off x="3505200" y="3924300"/>
            <a:ext cx="1066800" cy="228600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49" name="Text Box 16">
            <a:extLst>
              <a:ext uri="{FF2B5EF4-FFF2-40B4-BE49-F238E27FC236}">
                <a16:creationId xmlns:a16="http://schemas.microsoft.com/office/drawing/2014/main" id="{B651B393-E875-4E20-8545-0B4FF8E76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27193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4050" name="Text Box 17">
            <a:extLst>
              <a:ext uri="{FF2B5EF4-FFF2-40B4-BE49-F238E27FC236}">
                <a16:creationId xmlns:a16="http://schemas.microsoft.com/office/drawing/2014/main" id="{5F49C7AC-C88B-416C-B9E4-85FEE587F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4051" name="Text Box 18">
            <a:extLst>
              <a:ext uri="{FF2B5EF4-FFF2-40B4-BE49-F238E27FC236}">
                <a16:creationId xmlns:a16="http://schemas.microsoft.com/office/drawing/2014/main" id="{F0D02F78-11A0-4ADA-8B7E-5A009389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4052" name="Text Box 19">
            <a:extLst>
              <a:ext uri="{FF2B5EF4-FFF2-40B4-BE49-F238E27FC236}">
                <a16:creationId xmlns:a16="http://schemas.microsoft.com/office/drawing/2014/main" id="{5F619BE2-E050-4D5D-B26F-A11EAC3C1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2860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4053" name="Text Box 20">
            <a:extLst>
              <a:ext uri="{FF2B5EF4-FFF2-40B4-BE49-F238E27FC236}">
                <a16:creationId xmlns:a16="http://schemas.microsoft.com/office/drawing/2014/main" id="{FBC8928E-06B9-48CB-8264-0CD7C8DD5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81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4054" name="Text Box 21">
            <a:extLst>
              <a:ext uri="{FF2B5EF4-FFF2-40B4-BE49-F238E27FC236}">
                <a16:creationId xmlns:a16="http://schemas.microsoft.com/office/drawing/2014/main" id="{1C4EE831-B554-4425-9A18-7A0C86EAA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4055" name="Text Box 22">
            <a:extLst>
              <a:ext uri="{FF2B5EF4-FFF2-40B4-BE49-F238E27FC236}">
                <a16:creationId xmlns:a16="http://schemas.microsoft.com/office/drawing/2014/main" id="{A6806731-FB9C-4BEF-9AA8-93B6AA9BB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37480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4056" name="Text Box 23">
            <a:extLst>
              <a:ext uri="{FF2B5EF4-FFF2-40B4-BE49-F238E27FC236}">
                <a16:creationId xmlns:a16="http://schemas.microsoft.com/office/drawing/2014/main" id="{52BAF93E-6437-48CC-9309-E82C5D0EC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grpSp>
        <p:nvGrpSpPr>
          <p:cNvPr id="44057" name="Group 51">
            <a:extLst>
              <a:ext uri="{FF2B5EF4-FFF2-40B4-BE49-F238E27FC236}">
                <a16:creationId xmlns:a16="http://schemas.microsoft.com/office/drawing/2014/main" id="{1AEB7729-B788-4C29-BFE4-326AF07D00A3}"/>
              </a:ext>
            </a:extLst>
          </p:cNvPr>
          <p:cNvGrpSpPr>
            <a:grpSpLocks/>
          </p:cNvGrpSpPr>
          <p:nvPr/>
        </p:nvGrpSpPr>
        <p:grpSpPr bwMode="auto">
          <a:xfrm>
            <a:off x="6172201" y="3048001"/>
            <a:ext cx="3827463" cy="1616075"/>
            <a:chOff x="2919" y="1392"/>
            <a:chExt cx="2411" cy="1018"/>
          </a:xfrm>
        </p:grpSpPr>
        <p:grpSp>
          <p:nvGrpSpPr>
            <p:cNvPr id="44073" name="Group 49">
              <a:extLst>
                <a:ext uri="{FF2B5EF4-FFF2-40B4-BE49-F238E27FC236}">
                  <a16:creationId xmlns:a16="http://schemas.microsoft.com/office/drawing/2014/main" id="{08F4EA80-2383-43BB-AE08-8A2FAC31E5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9" y="1712"/>
              <a:ext cx="915" cy="592"/>
              <a:chOff x="2919" y="1712"/>
              <a:chExt cx="915" cy="592"/>
            </a:xfrm>
          </p:grpSpPr>
          <p:grpSp>
            <p:nvGrpSpPr>
              <p:cNvPr id="44075" name="Group 48">
                <a:extLst>
                  <a:ext uri="{FF2B5EF4-FFF2-40B4-BE49-F238E27FC236}">
                    <a16:creationId xmlns:a16="http://schemas.microsoft.com/office/drawing/2014/main" id="{69A9E277-0963-41BB-B814-42F8B0E640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9" y="1712"/>
                <a:ext cx="915" cy="294"/>
                <a:chOff x="2919" y="1712"/>
                <a:chExt cx="915" cy="294"/>
              </a:xfrm>
            </p:grpSpPr>
            <p:sp>
              <p:nvSpPr>
                <p:cNvPr id="44081" name="Text Box 31">
                  <a:extLst>
                    <a:ext uri="{FF2B5EF4-FFF2-40B4-BE49-F238E27FC236}">
                      <a16:creationId xmlns:a16="http://schemas.microsoft.com/office/drawing/2014/main" id="{A0047D17-3AA7-4709-B009-5DA4F68868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9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d</a:t>
                  </a:r>
                </a:p>
              </p:txBody>
            </p:sp>
            <p:sp>
              <p:nvSpPr>
                <p:cNvPr id="44082" name="Text Box 32">
                  <a:extLst>
                    <a:ext uri="{FF2B5EF4-FFF2-40B4-BE49-F238E27FC236}">
                      <a16:creationId xmlns:a16="http://schemas.microsoft.com/office/drawing/2014/main" id="{61558615-21D8-42FF-833A-A4D690E4AC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7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44083" name="Text Box 33">
                  <a:extLst>
                    <a:ext uri="{FF2B5EF4-FFF2-40B4-BE49-F238E27FC236}">
                      <a16:creationId xmlns:a16="http://schemas.microsoft.com/office/drawing/2014/main" id="{FB7CEDAE-2899-48B0-8B1D-B46A3E32F8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6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44084" name="Text Box 34">
                  <a:extLst>
                    <a:ext uri="{FF2B5EF4-FFF2-40B4-BE49-F238E27FC236}">
                      <a16:creationId xmlns:a16="http://schemas.microsoft.com/office/drawing/2014/main" id="{964676D4-8C5F-456E-971D-48A6B28DD5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5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a</a:t>
                  </a:r>
                </a:p>
              </p:txBody>
            </p:sp>
          </p:grpSp>
          <p:grpSp>
            <p:nvGrpSpPr>
              <p:cNvPr id="44076" name="Group 46">
                <a:extLst>
                  <a:ext uri="{FF2B5EF4-FFF2-40B4-BE49-F238E27FC236}">
                    <a16:creationId xmlns:a16="http://schemas.microsoft.com/office/drawing/2014/main" id="{F882EF7A-08E4-43D3-A3F5-607A37B48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9" y="2010"/>
                <a:ext cx="915" cy="294"/>
                <a:chOff x="2919" y="2010"/>
                <a:chExt cx="915" cy="294"/>
              </a:xfrm>
            </p:grpSpPr>
            <p:sp>
              <p:nvSpPr>
                <p:cNvPr id="44077" name="Text Box 37">
                  <a:extLst>
                    <a:ext uri="{FF2B5EF4-FFF2-40B4-BE49-F238E27FC236}">
                      <a16:creationId xmlns:a16="http://schemas.microsoft.com/office/drawing/2014/main" id="{07597716-8BCD-41FD-B3DD-F45CF1894E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9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 b="1">
                      <a:solidFill>
                        <a:srgbClr val="008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4</a:t>
                  </a:r>
                  <a:endParaRPr lang="en-US" altLang="en-US" sz="2400" b="1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4078" name="Text Box 38">
                  <a:extLst>
                    <a:ext uri="{FF2B5EF4-FFF2-40B4-BE49-F238E27FC236}">
                      <a16:creationId xmlns:a16="http://schemas.microsoft.com/office/drawing/2014/main" id="{794477D2-B248-4482-B97F-985F9C0573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7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 b="1">
                      <a:solidFill>
                        <a:srgbClr val="008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5</a:t>
                  </a:r>
                  <a:endParaRPr lang="en-US" altLang="en-US" sz="2400" b="1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4079" name="Text Box 39">
                  <a:extLst>
                    <a:ext uri="{FF2B5EF4-FFF2-40B4-BE49-F238E27FC236}">
                      <a16:creationId xmlns:a16="http://schemas.microsoft.com/office/drawing/2014/main" id="{EEFDF5A5-2DB2-4D59-A71D-E5DBBDE4CC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6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 b="1">
                      <a:solidFill>
                        <a:srgbClr val="008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5</a:t>
                  </a:r>
                  <a:endParaRPr lang="en-US" altLang="en-US" sz="2400"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4080" name="Text Box 40">
                  <a:extLst>
                    <a:ext uri="{FF2B5EF4-FFF2-40B4-BE49-F238E27FC236}">
                      <a16:creationId xmlns:a16="http://schemas.microsoft.com/office/drawing/2014/main" id="{5B78B3CF-AC50-45AC-93DD-697F5AEA14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5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sym typeface="Symbol" panose="05050102010706020507" pitchFamily="18" charset="2"/>
                    </a:rPr>
                    <a:t></a:t>
                  </a:r>
                  <a:endParaRPr lang="en-US" altLang="en-US" sz="2400" b="1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44074" name="Text Box 41">
              <a:extLst>
                <a:ext uri="{FF2B5EF4-FFF2-40B4-BE49-F238E27FC236}">
                  <a16:creationId xmlns:a16="http://schemas.microsoft.com/office/drawing/2014/main" id="{B125D8BD-D8D6-4A80-909A-F4806976F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b		e</a:t>
              </a:r>
            </a:p>
            <a:p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	c		e</a:t>
              </a:r>
            </a:p>
            <a:p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	d		e</a:t>
              </a:r>
            </a:p>
          </p:txBody>
        </p:sp>
      </p:grpSp>
      <p:sp>
        <p:nvSpPr>
          <p:cNvPr id="44058" name="Rectangle 45">
            <a:extLst>
              <a:ext uri="{FF2B5EF4-FFF2-40B4-BE49-F238E27FC236}">
                <a16:creationId xmlns:a16="http://schemas.microsoft.com/office/drawing/2014/main" id="{33961F79-5431-41AF-9FF1-FD77DF621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4891089"/>
            <a:ext cx="6489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</a:rPr>
              <a:t>The MST initially consists of the vertex </a:t>
            </a:r>
            <a:r>
              <a:rPr lang="en-US" altLang="en-US" sz="2000" b="1" i="1"/>
              <a:t>e, </a:t>
            </a:r>
            <a:r>
              <a:rPr lang="en-US" altLang="en-US" sz="2000">
                <a:latin typeface="Arial" panose="020B0604020202020204" pitchFamily="34" charset="0"/>
              </a:rPr>
              <a:t>and we update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the distances and parent for its adjacent vertices</a:t>
            </a:r>
          </a:p>
        </p:txBody>
      </p:sp>
      <p:sp>
        <p:nvSpPr>
          <p:cNvPr id="44059" name="Line 50">
            <a:extLst>
              <a:ext uri="{FF2B5EF4-FFF2-40B4-BE49-F238E27FC236}">
                <a16:creationId xmlns:a16="http://schemas.microsoft.com/office/drawing/2014/main" id="{7DA3F4D8-13B5-4365-A0CD-6D9D0C13A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100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4060" name="Text Box 65">
            <a:extLst>
              <a:ext uri="{FF2B5EF4-FFF2-40B4-BE49-F238E27FC236}">
                <a16:creationId xmlns:a16="http://schemas.microsoft.com/office/drawing/2014/main" id="{B6EA9C7E-075C-41DF-97CF-248B158F0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0225" y="1066801"/>
            <a:ext cx="1849438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u="sng">
                <a:latin typeface="Arial" panose="020B0604020202020204" pitchFamily="34" charset="0"/>
              </a:rPr>
              <a:t>Vertex	Parent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e		-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</a:t>
            </a:r>
            <a:r>
              <a:rPr lang="en-US" altLang="en-US" sz="2000">
                <a:solidFill>
                  <a:srgbClr val="008000"/>
                </a:solidFill>
                <a:latin typeface="Arial" panose="020B0604020202020204" pitchFamily="34" charset="0"/>
              </a:rPr>
              <a:t>b		-</a:t>
            </a:r>
          </a:p>
          <a:p>
            <a:r>
              <a:rPr lang="en-US" altLang="en-US" sz="2000">
                <a:solidFill>
                  <a:srgbClr val="008000"/>
                </a:solidFill>
                <a:latin typeface="Arial" panose="020B0604020202020204" pitchFamily="34" charset="0"/>
              </a:rPr>
              <a:t>	c		-</a:t>
            </a:r>
          </a:p>
          <a:p>
            <a:r>
              <a:rPr lang="en-US" altLang="en-US" sz="2000">
                <a:solidFill>
                  <a:srgbClr val="008000"/>
                </a:solidFill>
                <a:latin typeface="Arial" panose="020B0604020202020204" pitchFamily="34" charset="0"/>
              </a:rPr>
              <a:t>	d		-</a:t>
            </a:r>
          </a:p>
        </p:txBody>
      </p:sp>
      <p:sp>
        <p:nvSpPr>
          <p:cNvPr id="44061" name="Line 66">
            <a:extLst>
              <a:ext uri="{FF2B5EF4-FFF2-40B4-BE49-F238E27FC236}">
                <a16:creationId xmlns:a16="http://schemas.microsoft.com/office/drawing/2014/main" id="{DFC0E126-8169-4286-B1B9-21907E4F9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971800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4062" name="Group 87">
            <a:extLst>
              <a:ext uri="{FF2B5EF4-FFF2-40B4-BE49-F238E27FC236}">
                <a16:creationId xmlns:a16="http://schemas.microsoft.com/office/drawing/2014/main" id="{71F9B1E6-1F82-4D81-AF29-B2E5922317EE}"/>
              </a:ext>
            </a:extLst>
          </p:cNvPr>
          <p:cNvGrpSpPr>
            <a:grpSpLocks/>
          </p:cNvGrpSpPr>
          <p:nvPr/>
        </p:nvGrpSpPr>
        <p:grpSpPr bwMode="auto">
          <a:xfrm>
            <a:off x="5813425" y="1574800"/>
            <a:ext cx="1811338" cy="941388"/>
            <a:chOff x="2702" y="992"/>
            <a:chExt cx="1141" cy="593"/>
          </a:xfrm>
        </p:grpSpPr>
        <p:sp>
          <p:nvSpPr>
            <p:cNvPr id="44063" name="Text Box 56">
              <a:extLst>
                <a:ext uri="{FF2B5EF4-FFF2-40B4-BE49-F238E27FC236}">
                  <a16:creationId xmlns:a16="http://schemas.microsoft.com/office/drawing/2014/main" id="{1F4CC552-0984-4E9E-880F-9BAEA23F4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44064" name="Text Box 57">
              <a:extLst>
                <a:ext uri="{FF2B5EF4-FFF2-40B4-BE49-F238E27FC236}">
                  <a16:creationId xmlns:a16="http://schemas.microsoft.com/office/drawing/2014/main" id="{4B4C73DB-8D55-4760-AD6E-A572DC0C8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4065" name="Text Box 58">
              <a:extLst>
                <a:ext uri="{FF2B5EF4-FFF2-40B4-BE49-F238E27FC236}">
                  <a16:creationId xmlns:a16="http://schemas.microsoft.com/office/drawing/2014/main" id="{41D62317-1792-4134-A647-FD388BE13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5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4066" name="Text Box 59">
              <a:extLst>
                <a:ext uri="{FF2B5EF4-FFF2-40B4-BE49-F238E27FC236}">
                  <a16:creationId xmlns:a16="http://schemas.microsoft.com/office/drawing/2014/main" id="{A08247F9-F8B2-404C-921F-1A3DF8865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4067" name="Text Box 61">
              <a:extLst>
                <a:ext uri="{FF2B5EF4-FFF2-40B4-BE49-F238E27FC236}">
                  <a16:creationId xmlns:a16="http://schemas.microsoft.com/office/drawing/2014/main" id="{084F1F24-18B8-436F-B0DF-C706545BA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44068" name="Text Box 62">
              <a:extLst>
                <a:ext uri="{FF2B5EF4-FFF2-40B4-BE49-F238E27FC236}">
                  <a16:creationId xmlns:a16="http://schemas.microsoft.com/office/drawing/2014/main" id="{535A71DA-5FE9-444F-951F-6607ECCAB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44069" name="Text Box 63">
              <a:extLst>
                <a:ext uri="{FF2B5EF4-FFF2-40B4-BE49-F238E27FC236}">
                  <a16:creationId xmlns:a16="http://schemas.microsoft.com/office/drawing/2014/main" id="{76DA24C4-1F77-4C81-96B1-23B02056D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5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44070" name="Text Box 64">
              <a:extLst>
                <a:ext uri="{FF2B5EF4-FFF2-40B4-BE49-F238E27FC236}">
                  <a16:creationId xmlns:a16="http://schemas.microsoft.com/office/drawing/2014/main" id="{963ACA63-E2E4-4ADE-9A40-D68133933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sym typeface="Symbol" panose="05050102010706020507" pitchFamily="18" charset="2"/>
                </a:rPr>
                <a:t></a:t>
              </a:r>
              <a:endParaRPr lang="en-US" altLang="en-US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4071" name="Text Box 69">
              <a:extLst>
                <a:ext uri="{FF2B5EF4-FFF2-40B4-BE49-F238E27FC236}">
                  <a16:creationId xmlns:a16="http://schemas.microsoft.com/office/drawing/2014/main" id="{00A32833-DF35-4927-9259-22C51DEEF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2" y="993"/>
              <a:ext cx="229" cy="29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4072" name="Text Box 73">
              <a:extLst>
                <a:ext uri="{FF2B5EF4-FFF2-40B4-BE49-F238E27FC236}">
                  <a16:creationId xmlns:a16="http://schemas.microsoft.com/office/drawing/2014/main" id="{BCCA6C94-5E68-4179-82A6-F5C6C99BD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2" y="1289"/>
              <a:ext cx="229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sym typeface="Symbol" panose="05050102010706020507" pitchFamily="18" charset="2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5E46FEB9-857A-4E0D-A6A9-89E22BB813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Prim’s algorithm</a:t>
            </a:r>
          </a:p>
        </p:txBody>
      </p:sp>
      <p:sp>
        <p:nvSpPr>
          <p:cNvPr id="45060" name="Oval 3">
            <a:extLst>
              <a:ext uri="{FF2B5EF4-FFF2-40B4-BE49-F238E27FC236}">
                <a16:creationId xmlns:a16="http://schemas.microsoft.com/office/drawing/2014/main" id="{3F1870D2-8210-48C8-BC9E-17AC2BAC3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5061" name="Oval 4">
            <a:extLst>
              <a:ext uri="{FF2B5EF4-FFF2-40B4-BE49-F238E27FC236}">
                <a16:creationId xmlns:a16="http://schemas.microsoft.com/office/drawing/2014/main" id="{3D275E48-82F4-4951-AD97-559361654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45062" name="Oval 5">
            <a:extLst>
              <a:ext uri="{FF2B5EF4-FFF2-40B4-BE49-F238E27FC236}">
                <a16:creationId xmlns:a16="http://schemas.microsoft.com/office/drawing/2014/main" id="{94B26EF1-FA4F-4FC8-B1AF-14ADD1611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5063" name="Oval 6">
            <a:extLst>
              <a:ext uri="{FF2B5EF4-FFF2-40B4-BE49-F238E27FC236}">
                <a16:creationId xmlns:a16="http://schemas.microsoft.com/office/drawing/2014/main" id="{689A65FC-F3AA-4051-B696-3B6A5656F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45064" name="Oval 7">
            <a:extLst>
              <a:ext uri="{FF2B5EF4-FFF2-40B4-BE49-F238E27FC236}">
                <a16:creationId xmlns:a16="http://schemas.microsoft.com/office/drawing/2014/main" id="{B2D82404-A6F5-4232-BCA1-2DE5263B7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cxnSp>
        <p:nvCxnSpPr>
          <p:cNvPr id="45065" name="AutoShape 8">
            <a:extLst>
              <a:ext uri="{FF2B5EF4-FFF2-40B4-BE49-F238E27FC236}">
                <a16:creationId xmlns:a16="http://schemas.microsoft.com/office/drawing/2014/main" id="{37ED0C8C-4EE8-491D-818F-665DC947A309}"/>
              </a:ext>
            </a:extLst>
          </p:cNvPr>
          <p:cNvCxnSpPr>
            <a:cxnSpLocks noChangeShapeType="1"/>
            <a:stCxn id="45060" idx="7"/>
            <a:endCxn id="45064" idx="2"/>
          </p:cNvCxnSpPr>
          <p:nvPr/>
        </p:nvCxnSpPr>
        <p:spPr bwMode="auto">
          <a:xfrm flipV="1">
            <a:off x="3221038" y="2552701"/>
            <a:ext cx="1731962" cy="16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6" name="AutoShape 9">
            <a:extLst>
              <a:ext uri="{FF2B5EF4-FFF2-40B4-BE49-F238E27FC236}">
                <a16:creationId xmlns:a16="http://schemas.microsoft.com/office/drawing/2014/main" id="{E2F59C2C-7F2B-451E-8954-96385B48C18D}"/>
              </a:ext>
            </a:extLst>
          </p:cNvPr>
          <p:cNvCxnSpPr>
            <a:cxnSpLocks noChangeShapeType="1"/>
            <a:stCxn id="45063" idx="6"/>
            <a:endCxn id="45064" idx="3"/>
          </p:cNvCxnSpPr>
          <p:nvPr/>
        </p:nvCxnSpPr>
        <p:spPr bwMode="auto">
          <a:xfrm flipV="1">
            <a:off x="4038601" y="2687638"/>
            <a:ext cx="969963" cy="398462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7" name="AutoShape 10">
            <a:extLst>
              <a:ext uri="{FF2B5EF4-FFF2-40B4-BE49-F238E27FC236}">
                <a16:creationId xmlns:a16="http://schemas.microsoft.com/office/drawing/2014/main" id="{716AE669-1A16-4986-AB23-AFDD46094F2C}"/>
              </a:ext>
            </a:extLst>
          </p:cNvPr>
          <p:cNvCxnSpPr>
            <a:cxnSpLocks noChangeShapeType="1"/>
            <a:stCxn id="45060" idx="4"/>
            <a:endCxn id="45061" idx="0"/>
          </p:cNvCxnSpPr>
          <p:nvPr/>
        </p:nvCxnSpPr>
        <p:spPr bwMode="auto">
          <a:xfrm>
            <a:off x="3086100" y="3048000"/>
            <a:ext cx="2286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8" name="AutoShape 11">
            <a:extLst>
              <a:ext uri="{FF2B5EF4-FFF2-40B4-BE49-F238E27FC236}">
                <a16:creationId xmlns:a16="http://schemas.microsoft.com/office/drawing/2014/main" id="{95940DAC-169D-416B-9503-5FF23C8AED28}"/>
              </a:ext>
            </a:extLst>
          </p:cNvPr>
          <p:cNvCxnSpPr>
            <a:cxnSpLocks noChangeShapeType="1"/>
            <a:stCxn id="45060" idx="5"/>
            <a:endCxn id="45063" idx="2"/>
          </p:cNvCxnSpPr>
          <p:nvPr/>
        </p:nvCxnSpPr>
        <p:spPr bwMode="auto">
          <a:xfrm>
            <a:off x="3221038" y="2992438"/>
            <a:ext cx="436562" cy="93662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9" name="AutoShape 12">
            <a:extLst>
              <a:ext uri="{FF2B5EF4-FFF2-40B4-BE49-F238E27FC236}">
                <a16:creationId xmlns:a16="http://schemas.microsoft.com/office/drawing/2014/main" id="{CE24B269-27A9-4A41-A8F1-AA1832D4990D}"/>
              </a:ext>
            </a:extLst>
          </p:cNvPr>
          <p:cNvCxnSpPr>
            <a:cxnSpLocks noChangeShapeType="1"/>
            <a:stCxn id="45061" idx="7"/>
            <a:endCxn id="45063" idx="3"/>
          </p:cNvCxnSpPr>
          <p:nvPr/>
        </p:nvCxnSpPr>
        <p:spPr bwMode="auto">
          <a:xfrm flipV="1">
            <a:off x="3449639" y="3221039"/>
            <a:ext cx="263525" cy="796925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0" name="AutoShape 13">
            <a:extLst>
              <a:ext uri="{FF2B5EF4-FFF2-40B4-BE49-F238E27FC236}">
                <a16:creationId xmlns:a16="http://schemas.microsoft.com/office/drawing/2014/main" id="{E42A062E-C6B1-42D9-B280-7A56916FB42C}"/>
              </a:ext>
            </a:extLst>
          </p:cNvPr>
          <p:cNvCxnSpPr>
            <a:cxnSpLocks noChangeShapeType="1"/>
            <a:stCxn id="45063" idx="5"/>
            <a:endCxn id="45062" idx="1"/>
          </p:cNvCxnSpPr>
          <p:nvPr/>
        </p:nvCxnSpPr>
        <p:spPr bwMode="auto">
          <a:xfrm>
            <a:off x="3983039" y="3221039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1" name="AutoShape 14">
            <a:extLst>
              <a:ext uri="{FF2B5EF4-FFF2-40B4-BE49-F238E27FC236}">
                <a16:creationId xmlns:a16="http://schemas.microsoft.com/office/drawing/2014/main" id="{22D41BEF-2A68-42F0-8D83-4940E2EA8667}"/>
              </a:ext>
            </a:extLst>
          </p:cNvPr>
          <p:cNvCxnSpPr>
            <a:cxnSpLocks noChangeShapeType="1"/>
            <a:stCxn id="45064" idx="4"/>
            <a:endCxn id="45062" idx="0"/>
          </p:cNvCxnSpPr>
          <p:nvPr/>
        </p:nvCxnSpPr>
        <p:spPr bwMode="auto">
          <a:xfrm flipH="1">
            <a:off x="4762500" y="2743200"/>
            <a:ext cx="381000" cy="990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2" name="AutoShape 15">
            <a:extLst>
              <a:ext uri="{FF2B5EF4-FFF2-40B4-BE49-F238E27FC236}">
                <a16:creationId xmlns:a16="http://schemas.microsoft.com/office/drawing/2014/main" id="{2B96290A-C9A0-4FC1-BDAF-59E61D96816C}"/>
              </a:ext>
            </a:extLst>
          </p:cNvPr>
          <p:cNvCxnSpPr>
            <a:cxnSpLocks noChangeShapeType="1"/>
            <a:stCxn id="45062" idx="2"/>
            <a:endCxn id="45061" idx="6"/>
          </p:cNvCxnSpPr>
          <p:nvPr/>
        </p:nvCxnSpPr>
        <p:spPr bwMode="auto">
          <a:xfrm flipH="1">
            <a:off x="3505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73" name="Text Box 16">
            <a:extLst>
              <a:ext uri="{FF2B5EF4-FFF2-40B4-BE49-F238E27FC236}">
                <a16:creationId xmlns:a16="http://schemas.microsoft.com/office/drawing/2014/main" id="{B7090BDD-76D9-466E-B519-1C00BEC92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27193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5074" name="Text Box 17">
            <a:extLst>
              <a:ext uri="{FF2B5EF4-FFF2-40B4-BE49-F238E27FC236}">
                <a16:creationId xmlns:a16="http://schemas.microsoft.com/office/drawing/2014/main" id="{E1C309F9-2647-4D2E-A26B-1726BD979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5075" name="Text Box 18">
            <a:extLst>
              <a:ext uri="{FF2B5EF4-FFF2-40B4-BE49-F238E27FC236}">
                <a16:creationId xmlns:a16="http://schemas.microsoft.com/office/drawing/2014/main" id="{FF1FCEB4-15F9-45DB-9408-51AC1ED30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5076" name="Text Box 19">
            <a:extLst>
              <a:ext uri="{FF2B5EF4-FFF2-40B4-BE49-F238E27FC236}">
                <a16:creationId xmlns:a16="http://schemas.microsoft.com/office/drawing/2014/main" id="{CD732C8F-8A73-49DF-85DB-6D309FFC1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2860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5077" name="Text Box 20">
            <a:extLst>
              <a:ext uri="{FF2B5EF4-FFF2-40B4-BE49-F238E27FC236}">
                <a16:creationId xmlns:a16="http://schemas.microsoft.com/office/drawing/2014/main" id="{6E8D3864-F4B2-4C34-B8FA-9B9E520A7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81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5078" name="Text Box 21">
            <a:extLst>
              <a:ext uri="{FF2B5EF4-FFF2-40B4-BE49-F238E27FC236}">
                <a16:creationId xmlns:a16="http://schemas.microsoft.com/office/drawing/2014/main" id="{C99205E5-5EB6-4DBE-9F83-2ACF283E8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5079" name="Text Box 22">
            <a:extLst>
              <a:ext uri="{FF2B5EF4-FFF2-40B4-BE49-F238E27FC236}">
                <a16:creationId xmlns:a16="http://schemas.microsoft.com/office/drawing/2014/main" id="{46B8BEC6-DE38-4901-8EEF-06BED73C5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37480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5080" name="Text Box 23">
            <a:extLst>
              <a:ext uri="{FF2B5EF4-FFF2-40B4-BE49-F238E27FC236}">
                <a16:creationId xmlns:a16="http://schemas.microsoft.com/office/drawing/2014/main" id="{C790434A-7992-4D5D-B852-6998DB615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grpSp>
        <p:nvGrpSpPr>
          <p:cNvPr id="45081" name="Group 33">
            <a:extLst>
              <a:ext uri="{FF2B5EF4-FFF2-40B4-BE49-F238E27FC236}">
                <a16:creationId xmlns:a16="http://schemas.microsoft.com/office/drawing/2014/main" id="{9AD23E2D-40CF-4AE6-BD78-AE2E43D94E40}"/>
              </a:ext>
            </a:extLst>
          </p:cNvPr>
          <p:cNvGrpSpPr>
            <a:grpSpLocks/>
          </p:cNvGrpSpPr>
          <p:nvPr/>
        </p:nvGrpSpPr>
        <p:grpSpPr bwMode="auto">
          <a:xfrm>
            <a:off x="6419851" y="3536951"/>
            <a:ext cx="3465513" cy="1920875"/>
            <a:chOff x="3147" y="1392"/>
            <a:chExt cx="2183" cy="1210"/>
          </a:xfrm>
        </p:grpSpPr>
        <p:sp>
          <p:nvSpPr>
            <p:cNvPr id="45098" name="Text Box 24">
              <a:extLst>
                <a:ext uri="{FF2B5EF4-FFF2-40B4-BE49-F238E27FC236}">
                  <a16:creationId xmlns:a16="http://schemas.microsoft.com/office/drawing/2014/main" id="{DE3D7BA9-B443-4DAC-882D-9E31FC4B5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7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5099" name="Text Box 25">
              <a:extLst>
                <a:ext uri="{FF2B5EF4-FFF2-40B4-BE49-F238E27FC236}">
                  <a16:creationId xmlns:a16="http://schemas.microsoft.com/office/drawing/2014/main" id="{C48E5028-F75C-4B7B-AC3D-5C27E12D3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5100" name="Text Box 26">
              <a:extLst>
                <a:ext uri="{FF2B5EF4-FFF2-40B4-BE49-F238E27FC236}">
                  <a16:creationId xmlns:a16="http://schemas.microsoft.com/office/drawing/2014/main" id="{391DC301-109F-4EAB-BB6B-3E1E39BBC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5101" name="Text Box 27">
              <a:extLst>
                <a:ext uri="{FF2B5EF4-FFF2-40B4-BE49-F238E27FC236}">
                  <a16:creationId xmlns:a16="http://schemas.microsoft.com/office/drawing/2014/main" id="{07FCC777-894D-4B62-9D9A-4190DF725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7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altLang="en-US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5102" name="Text Box 28">
              <a:extLst>
                <a:ext uri="{FF2B5EF4-FFF2-40B4-BE49-F238E27FC236}">
                  <a16:creationId xmlns:a16="http://schemas.microsoft.com/office/drawing/2014/main" id="{8433480B-445A-4DFB-8EA8-8E09CC3D8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4</a:t>
              </a:r>
              <a:endParaRPr lang="en-US" altLang="en-US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5103" name="Text Box 29">
              <a:extLst>
                <a:ext uri="{FF2B5EF4-FFF2-40B4-BE49-F238E27FC236}">
                  <a16:creationId xmlns:a16="http://schemas.microsoft.com/office/drawing/2014/main" id="{B0407831-C5B5-4A17-9292-AE53C8ED4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5104" name="Text Box 30">
              <a:extLst>
                <a:ext uri="{FF2B5EF4-FFF2-40B4-BE49-F238E27FC236}">
                  <a16:creationId xmlns:a16="http://schemas.microsoft.com/office/drawing/2014/main" id="{5359B87B-FBA2-419F-97BC-E5B3E9806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b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en-US" sz="2000">
                  <a:latin typeface="Arial" panose="020B0604020202020204" pitchFamily="34" charset="0"/>
                </a:rPr>
                <a:t> 	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000">
                <a:latin typeface="Arial" panose="020B0604020202020204" pitchFamily="34" charset="0"/>
              </a:endParaRPr>
            </a:p>
            <a:p>
              <a:r>
                <a:rPr lang="en-US" altLang="en-US" sz="2000">
                  <a:latin typeface="Arial" panose="020B0604020202020204" pitchFamily="34" charset="0"/>
                </a:rPr>
                <a:t>	d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en-US" sz="2000">
                  <a:latin typeface="Arial" panose="020B0604020202020204" pitchFamily="34" charset="0"/>
                </a:rPr>
                <a:t> 	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</p:grpSp>
      <p:sp>
        <p:nvSpPr>
          <p:cNvPr id="45082" name="Line 31">
            <a:extLst>
              <a:ext uri="{FF2B5EF4-FFF2-40B4-BE49-F238E27FC236}">
                <a16:creationId xmlns:a16="http://schemas.microsoft.com/office/drawing/2014/main" id="{ADA87972-3D58-4629-B583-84FF8F73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83" name="Line 32">
            <a:extLst>
              <a:ext uri="{FF2B5EF4-FFF2-40B4-BE49-F238E27FC236}">
                <a16:creationId xmlns:a16="http://schemas.microsoft.com/office/drawing/2014/main" id="{7B41276D-CD41-4D93-BFCF-8C29EA933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9718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5084" name="Line 34">
            <a:extLst>
              <a:ext uri="{FF2B5EF4-FFF2-40B4-BE49-F238E27FC236}">
                <a16:creationId xmlns:a16="http://schemas.microsoft.com/office/drawing/2014/main" id="{75B4C81B-81FE-4A86-83E7-C06FB8FCB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3117850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5085" name="Group 35">
            <a:extLst>
              <a:ext uri="{FF2B5EF4-FFF2-40B4-BE49-F238E27FC236}">
                <a16:creationId xmlns:a16="http://schemas.microsoft.com/office/drawing/2014/main" id="{FF5D2919-9796-4997-BED3-4742963699C1}"/>
              </a:ext>
            </a:extLst>
          </p:cNvPr>
          <p:cNvGrpSpPr>
            <a:grpSpLocks/>
          </p:cNvGrpSpPr>
          <p:nvPr/>
        </p:nvGrpSpPr>
        <p:grpSpPr bwMode="auto">
          <a:xfrm>
            <a:off x="6116638" y="1096964"/>
            <a:ext cx="3827462" cy="1616075"/>
            <a:chOff x="2919" y="1392"/>
            <a:chExt cx="2411" cy="1018"/>
          </a:xfrm>
        </p:grpSpPr>
        <p:grpSp>
          <p:nvGrpSpPr>
            <p:cNvPr id="45086" name="Group 36">
              <a:extLst>
                <a:ext uri="{FF2B5EF4-FFF2-40B4-BE49-F238E27FC236}">
                  <a16:creationId xmlns:a16="http://schemas.microsoft.com/office/drawing/2014/main" id="{B34D03AE-46D7-4639-BBB6-61724404B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9" y="1712"/>
              <a:ext cx="915" cy="592"/>
              <a:chOff x="2919" y="1712"/>
              <a:chExt cx="915" cy="592"/>
            </a:xfrm>
          </p:grpSpPr>
          <p:grpSp>
            <p:nvGrpSpPr>
              <p:cNvPr id="45088" name="Group 37">
                <a:extLst>
                  <a:ext uri="{FF2B5EF4-FFF2-40B4-BE49-F238E27FC236}">
                    <a16:creationId xmlns:a16="http://schemas.microsoft.com/office/drawing/2014/main" id="{60874B04-3B21-4496-99F4-EEAB8FF0DD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9" y="1712"/>
                <a:ext cx="915" cy="294"/>
                <a:chOff x="2919" y="1712"/>
                <a:chExt cx="915" cy="294"/>
              </a:xfrm>
            </p:grpSpPr>
            <p:sp>
              <p:nvSpPr>
                <p:cNvPr id="45094" name="Text Box 38">
                  <a:extLst>
                    <a:ext uri="{FF2B5EF4-FFF2-40B4-BE49-F238E27FC236}">
                      <a16:creationId xmlns:a16="http://schemas.microsoft.com/office/drawing/2014/main" id="{6A895FF8-C916-40AB-8916-F224918A53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9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d</a:t>
                  </a:r>
                </a:p>
              </p:txBody>
            </p:sp>
            <p:sp>
              <p:nvSpPr>
                <p:cNvPr id="45095" name="Text Box 39">
                  <a:extLst>
                    <a:ext uri="{FF2B5EF4-FFF2-40B4-BE49-F238E27FC236}">
                      <a16:creationId xmlns:a16="http://schemas.microsoft.com/office/drawing/2014/main" id="{91D42784-1089-4455-87D0-F046F34AAD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7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45096" name="Text Box 40">
                  <a:extLst>
                    <a:ext uri="{FF2B5EF4-FFF2-40B4-BE49-F238E27FC236}">
                      <a16:creationId xmlns:a16="http://schemas.microsoft.com/office/drawing/2014/main" id="{F733F232-1F5C-41B7-AF6C-12ABA75ED9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6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45097" name="Text Box 41">
                  <a:extLst>
                    <a:ext uri="{FF2B5EF4-FFF2-40B4-BE49-F238E27FC236}">
                      <a16:creationId xmlns:a16="http://schemas.microsoft.com/office/drawing/2014/main" id="{1EA319E3-177D-4BF0-9D33-D5B0E35045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5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latin typeface="Arial" panose="020B0604020202020204" pitchFamily="34" charset="0"/>
                    </a:rPr>
                    <a:t>a</a:t>
                  </a:r>
                </a:p>
              </p:txBody>
            </p:sp>
          </p:grpSp>
          <p:grpSp>
            <p:nvGrpSpPr>
              <p:cNvPr id="45089" name="Group 42">
                <a:extLst>
                  <a:ext uri="{FF2B5EF4-FFF2-40B4-BE49-F238E27FC236}">
                    <a16:creationId xmlns:a16="http://schemas.microsoft.com/office/drawing/2014/main" id="{08367EF9-DC04-4CC1-BB48-256E3EBA21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9" y="2010"/>
                <a:ext cx="915" cy="294"/>
                <a:chOff x="2919" y="2010"/>
                <a:chExt cx="915" cy="294"/>
              </a:xfrm>
            </p:grpSpPr>
            <p:sp>
              <p:nvSpPr>
                <p:cNvPr id="45090" name="Text Box 43">
                  <a:extLst>
                    <a:ext uri="{FF2B5EF4-FFF2-40B4-BE49-F238E27FC236}">
                      <a16:creationId xmlns:a16="http://schemas.microsoft.com/office/drawing/2014/main" id="{83FDF6D3-C1FE-429A-99F0-7FAE234987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9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 b="1">
                      <a:latin typeface="Arial" panose="020B0604020202020204" pitchFamily="34" charset="0"/>
                      <a:sym typeface="Symbol" panose="05050102010706020507" pitchFamily="18" charset="2"/>
                    </a:rPr>
                    <a:t>4</a:t>
                  </a:r>
                </a:p>
              </p:txBody>
            </p:sp>
            <p:sp>
              <p:nvSpPr>
                <p:cNvPr id="45091" name="Text Box 44">
                  <a:extLst>
                    <a:ext uri="{FF2B5EF4-FFF2-40B4-BE49-F238E27FC236}">
                      <a16:creationId xmlns:a16="http://schemas.microsoft.com/office/drawing/2014/main" id="{7A8E8E9C-E77A-4D08-BA07-F4CCFB9B25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7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 b="1">
                      <a:latin typeface="Arial" panose="020B0604020202020204" pitchFamily="34" charset="0"/>
                      <a:sym typeface="Symbol" panose="05050102010706020507" pitchFamily="18" charset="2"/>
                    </a:rPr>
                    <a:t>5</a:t>
                  </a:r>
                </a:p>
              </p:txBody>
            </p:sp>
            <p:sp>
              <p:nvSpPr>
                <p:cNvPr id="45092" name="Text Box 45">
                  <a:extLst>
                    <a:ext uri="{FF2B5EF4-FFF2-40B4-BE49-F238E27FC236}">
                      <a16:creationId xmlns:a16="http://schemas.microsoft.com/office/drawing/2014/main" id="{433304CA-D84E-49ED-AB60-79BD122CEA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6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 b="1">
                      <a:latin typeface="Arial" panose="020B0604020202020204" pitchFamily="34" charset="0"/>
                      <a:sym typeface="Symbol" panose="05050102010706020507" pitchFamily="18" charset="2"/>
                    </a:rPr>
                    <a:t>5</a:t>
                  </a:r>
                  <a:endParaRPr lang="en-US" altLang="en-US" sz="2400"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5093" name="Text Box 46">
                  <a:extLst>
                    <a:ext uri="{FF2B5EF4-FFF2-40B4-BE49-F238E27FC236}">
                      <a16:creationId xmlns:a16="http://schemas.microsoft.com/office/drawing/2014/main" id="{81464210-5429-4027-A3D1-234214D4AD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5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2400">
                      <a:sym typeface="Symbol" panose="05050102010706020507" pitchFamily="18" charset="2"/>
                    </a:rPr>
                    <a:t></a:t>
                  </a:r>
                  <a:endParaRPr lang="en-US" altLang="en-US" sz="2400" b="1">
                    <a:latin typeface="Arial" panose="020B0604020202020204" pitchFamily="34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45087" name="Text Box 47">
              <a:extLst>
                <a:ext uri="{FF2B5EF4-FFF2-40B4-BE49-F238E27FC236}">
                  <a16:creationId xmlns:a16="http://schemas.microsoft.com/office/drawing/2014/main" id="{0FA05AEE-13CE-4542-ACFB-D1CA83879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b		e</a:t>
              </a:r>
            </a:p>
            <a:p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	c		e</a:t>
              </a:r>
            </a:p>
            <a:p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	d		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A2530E77-5055-4030-A1C3-B88E73914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Prim’s algorithm</a:t>
            </a:r>
          </a:p>
        </p:txBody>
      </p:sp>
      <p:sp>
        <p:nvSpPr>
          <p:cNvPr id="46084" name="Oval 4">
            <a:extLst>
              <a:ext uri="{FF2B5EF4-FFF2-40B4-BE49-F238E27FC236}">
                <a16:creationId xmlns:a16="http://schemas.microsoft.com/office/drawing/2014/main" id="{72041A68-E584-4178-8339-F758B408C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6085" name="Oval 5">
            <a:extLst>
              <a:ext uri="{FF2B5EF4-FFF2-40B4-BE49-F238E27FC236}">
                <a16:creationId xmlns:a16="http://schemas.microsoft.com/office/drawing/2014/main" id="{35400B16-12F3-4234-B281-6F3E2DBB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46086" name="Oval 6">
            <a:extLst>
              <a:ext uri="{FF2B5EF4-FFF2-40B4-BE49-F238E27FC236}">
                <a16:creationId xmlns:a16="http://schemas.microsoft.com/office/drawing/2014/main" id="{BD0DE204-5FED-4738-9C52-2DB6AF6D1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6087" name="Oval 7">
            <a:extLst>
              <a:ext uri="{FF2B5EF4-FFF2-40B4-BE49-F238E27FC236}">
                <a16:creationId xmlns:a16="http://schemas.microsoft.com/office/drawing/2014/main" id="{8A6F3308-AD7C-4ABE-9081-C3B686D42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46088" name="Oval 8">
            <a:extLst>
              <a:ext uri="{FF2B5EF4-FFF2-40B4-BE49-F238E27FC236}">
                <a16:creationId xmlns:a16="http://schemas.microsoft.com/office/drawing/2014/main" id="{0C0EC3AF-DA88-4854-AFB4-7091B8F9A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cxnSp>
        <p:nvCxnSpPr>
          <p:cNvPr id="46089" name="AutoShape 9">
            <a:extLst>
              <a:ext uri="{FF2B5EF4-FFF2-40B4-BE49-F238E27FC236}">
                <a16:creationId xmlns:a16="http://schemas.microsoft.com/office/drawing/2014/main" id="{4ADDFC30-197B-4521-858C-D2BD1600A58F}"/>
              </a:ext>
            </a:extLst>
          </p:cNvPr>
          <p:cNvCxnSpPr>
            <a:cxnSpLocks noChangeShapeType="1"/>
            <a:stCxn id="46084" idx="7"/>
            <a:endCxn id="46088" idx="2"/>
          </p:cNvCxnSpPr>
          <p:nvPr/>
        </p:nvCxnSpPr>
        <p:spPr bwMode="auto">
          <a:xfrm flipV="1">
            <a:off x="3221038" y="2552701"/>
            <a:ext cx="1731962" cy="169863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0" name="AutoShape 10">
            <a:extLst>
              <a:ext uri="{FF2B5EF4-FFF2-40B4-BE49-F238E27FC236}">
                <a16:creationId xmlns:a16="http://schemas.microsoft.com/office/drawing/2014/main" id="{9E24B7F3-8B5B-4223-8C17-A3B61BEC6F31}"/>
              </a:ext>
            </a:extLst>
          </p:cNvPr>
          <p:cNvCxnSpPr>
            <a:cxnSpLocks noChangeShapeType="1"/>
            <a:stCxn id="46087" idx="6"/>
            <a:endCxn id="46088" idx="3"/>
          </p:cNvCxnSpPr>
          <p:nvPr/>
        </p:nvCxnSpPr>
        <p:spPr bwMode="auto">
          <a:xfrm flipV="1">
            <a:off x="4038601" y="26876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1" name="AutoShape 11">
            <a:extLst>
              <a:ext uri="{FF2B5EF4-FFF2-40B4-BE49-F238E27FC236}">
                <a16:creationId xmlns:a16="http://schemas.microsoft.com/office/drawing/2014/main" id="{4924ED5B-4768-44E3-9065-21387B173B84}"/>
              </a:ext>
            </a:extLst>
          </p:cNvPr>
          <p:cNvCxnSpPr>
            <a:cxnSpLocks noChangeShapeType="1"/>
            <a:stCxn id="46084" idx="4"/>
            <a:endCxn id="46085" idx="0"/>
          </p:cNvCxnSpPr>
          <p:nvPr/>
        </p:nvCxnSpPr>
        <p:spPr bwMode="auto">
          <a:xfrm>
            <a:off x="3086100" y="3048000"/>
            <a:ext cx="228600" cy="914400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2" name="AutoShape 12">
            <a:extLst>
              <a:ext uri="{FF2B5EF4-FFF2-40B4-BE49-F238E27FC236}">
                <a16:creationId xmlns:a16="http://schemas.microsoft.com/office/drawing/2014/main" id="{3B212B9D-50F0-4FB8-8778-A17B9F5C1636}"/>
              </a:ext>
            </a:extLst>
          </p:cNvPr>
          <p:cNvCxnSpPr>
            <a:cxnSpLocks noChangeShapeType="1"/>
            <a:stCxn id="46084" idx="5"/>
            <a:endCxn id="46087" idx="2"/>
          </p:cNvCxnSpPr>
          <p:nvPr/>
        </p:nvCxnSpPr>
        <p:spPr bwMode="auto">
          <a:xfrm>
            <a:off x="3221038" y="29924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3" name="AutoShape 13">
            <a:extLst>
              <a:ext uri="{FF2B5EF4-FFF2-40B4-BE49-F238E27FC236}">
                <a16:creationId xmlns:a16="http://schemas.microsoft.com/office/drawing/2014/main" id="{3E375651-7FE1-4302-9CA4-B4D7AD2597E2}"/>
              </a:ext>
            </a:extLst>
          </p:cNvPr>
          <p:cNvCxnSpPr>
            <a:cxnSpLocks noChangeShapeType="1"/>
            <a:stCxn id="46085" idx="7"/>
            <a:endCxn id="46087" idx="3"/>
          </p:cNvCxnSpPr>
          <p:nvPr/>
        </p:nvCxnSpPr>
        <p:spPr bwMode="auto">
          <a:xfrm flipV="1">
            <a:off x="3449639" y="3221039"/>
            <a:ext cx="263525" cy="796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4" name="AutoShape 14">
            <a:extLst>
              <a:ext uri="{FF2B5EF4-FFF2-40B4-BE49-F238E27FC236}">
                <a16:creationId xmlns:a16="http://schemas.microsoft.com/office/drawing/2014/main" id="{216C0482-BC54-4A7A-A38E-E8A96CA2E5E4}"/>
              </a:ext>
            </a:extLst>
          </p:cNvPr>
          <p:cNvCxnSpPr>
            <a:cxnSpLocks noChangeShapeType="1"/>
            <a:stCxn id="46087" idx="5"/>
            <a:endCxn id="46086" idx="1"/>
          </p:cNvCxnSpPr>
          <p:nvPr/>
        </p:nvCxnSpPr>
        <p:spPr bwMode="auto">
          <a:xfrm>
            <a:off x="3983039" y="3221039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5" name="AutoShape 15">
            <a:extLst>
              <a:ext uri="{FF2B5EF4-FFF2-40B4-BE49-F238E27FC236}">
                <a16:creationId xmlns:a16="http://schemas.microsoft.com/office/drawing/2014/main" id="{B7B2EEC5-5A13-48BF-B52E-6508B1E919A2}"/>
              </a:ext>
            </a:extLst>
          </p:cNvPr>
          <p:cNvCxnSpPr>
            <a:cxnSpLocks noChangeShapeType="1"/>
            <a:stCxn id="46088" idx="4"/>
            <a:endCxn id="46086" idx="0"/>
          </p:cNvCxnSpPr>
          <p:nvPr/>
        </p:nvCxnSpPr>
        <p:spPr bwMode="auto">
          <a:xfrm flipH="1">
            <a:off x="4762500" y="2743200"/>
            <a:ext cx="381000" cy="990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6" name="AutoShape 16">
            <a:extLst>
              <a:ext uri="{FF2B5EF4-FFF2-40B4-BE49-F238E27FC236}">
                <a16:creationId xmlns:a16="http://schemas.microsoft.com/office/drawing/2014/main" id="{AF864CC9-D898-43DB-8667-1114E86F1C0C}"/>
              </a:ext>
            </a:extLst>
          </p:cNvPr>
          <p:cNvCxnSpPr>
            <a:cxnSpLocks noChangeShapeType="1"/>
            <a:stCxn id="46086" idx="2"/>
            <a:endCxn id="46085" idx="6"/>
          </p:cNvCxnSpPr>
          <p:nvPr/>
        </p:nvCxnSpPr>
        <p:spPr bwMode="auto">
          <a:xfrm flipH="1">
            <a:off x="3505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97" name="Text Box 17">
            <a:extLst>
              <a:ext uri="{FF2B5EF4-FFF2-40B4-BE49-F238E27FC236}">
                <a16:creationId xmlns:a16="http://schemas.microsoft.com/office/drawing/2014/main" id="{6FCF6C53-5C85-4CA7-AB3B-9CFEBE5BD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27193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098" name="Text Box 18">
            <a:extLst>
              <a:ext uri="{FF2B5EF4-FFF2-40B4-BE49-F238E27FC236}">
                <a16:creationId xmlns:a16="http://schemas.microsoft.com/office/drawing/2014/main" id="{F3FA1D6F-1E7A-4836-88CF-5D2B22159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6099" name="Text Box 19">
            <a:extLst>
              <a:ext uri="{FF2B5EF4-FFF2-40B4-BE49-F238E27FC236}">
                <a16:creationId xmlns:a16="http://schemas.microsoft.com/office/drawing/2014/main" id="{97F651EA-42C9-4B13-A14D-BD6C6F949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6100" name="Text Box 20">
            <a:extLst>
              <a:ext uri="{FF2B5EF4-FFF2-40B4-BE49-F238E27FC236}">
                <a16:creationId xmlns:a16="http://schemas.microsoft.com/office/drawing/2014/main" id="{F4A21F8E-F440-4118-9292-041ED52BB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2860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6101" name="Text Box 21">
            <a:extLst>
              <a:ext uri="{FF2B5EF4-FFF2-40B4-BE49-F238E27FC236}">
                <a16:creationId xmlns:a16="http://schemas.microsoft.com/office/drawing/2014/main" id="{28FE935C-6FE8-4B6E-BA76-015079DCC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81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6102" name="Text Box 22">
            <a:extLst>
              <a:ext uri="{FF2B5EF4-FFF2-40B4-BE49-F238E27FC236}">
                <a16:creationId xmlns:a16="http://schemas.microsoft.com/office/drawing/2014/main" id="{C3CB35B0-15D4-4D00-994C-D80F80DB9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6103" name="Text Box 23">
            <a:extLst>
              <a:ext uri="{FF2B5EF4-FFF2-40B4-BE49-F238E27FC236}">
                <a16:creationId xmlns:a16="http://schemas.microsoft.com/office/drawing/2014/main" id="{B1C2AE7E-8321-4077-A218-BABFA6F4E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37480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6104" name="Text Box 24">
            <a:extLst>
              <a:ext uri="{FF2B5EF4-FFF2-40B4-BE49-F238E27FC236}">
                <a16:creationId xmlns:a16="http://schemas.microsoft.com/office/drawing/2014/main" id="{76D99C84-42A1-45E2-A167-DEF1D955A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grpSp>
        <p:nvGrpSpPr>
          <p:cNvPr id="46105" name="Group 39">
            <a:extLst>
              <a:ext uri="{FF2B5EF4-FFF2-40B4-BE49-F238E27FC236}">
                <a16:creationId xmlns:a16="http://schemas.microsoft.com/office/drawing/2014/main" id="{99A430F2-0DF1-441E-A9C5-2E753314CBA8}"/>
              </a:ext>
            </a:extLst>
          </p:cNvPr>
          <p:cNvGrpSpPr>
            <a:grpSpLocks/>
          </p:cNvGrpSpPr>
          <p:nvPr/>
        </p:nvGrpSpPr>
        <p:grpSpPr bwMode="auto">
          <a:xfrm>
            <a:off x="6694489" y="3903664"/>
            <a:ext cx="3101975" cy="1920875"/>
            <a:chOff x="3376" y="1392"/>
            <a:chExt cx="1954" cy="1210"/>
          </a:xfrm>
        </p:grpSpPr>
        <p:sp>
          <p:nvSpPr>
            <p:cNvPr id="46118" name="Text Box 27">
              <a:extLst>
                <a:ext uri="{FF2B5EF4-FFF2-40B4-BE49-F238E27FC236}">
                  <a16:creationId xmlns:a16="http://schemas.microsoft.com/office/drawing/2014/main" id="{0257BEDA-FADA-40B5-803C-B8196E9AC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6119" name="Text Box 28">
              <a:extLst>
                <a:ext uri="{FF2B5EF4-FFF2-40B4-BE49-F238E27FC236}">
                  <a16:creationId xmlns:a16="http://schemas.microsoft.com/office/drawing/2014/main" id="{64ED09C8-B5B2-434B-8E2B-AF9E58091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6120" name="Text Box 31">
              <a:extLst>
                <a:ext uri="{FF2B5EF4-FFF2-40B4-BE49-F238E27FC236}">
                  <a16:creationId xmlns:a16="http://schemas.microsoft.com/office/drawing/2014/main" id="{B5E27438-C993-48D9-85FF-162303840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46121" name="Text Box 32">
              <a:extLst>
                <a:ext uri="{FF2B5EF4-FFF2-40B4-BE49-F238E27FC236}">
                  <a16:creationId xmlns:a16="http://schemas.microsoft.com/office/drawing/2014/main" id="{8F208C92-7958-4D5F-ADF2-80CD8DCDE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6122" name="Text Box 34">
              <a:extLst>
                <a:ext uri="{FF2B5EF4-FFF2-40B4-BE49-F238E27FC236}">
                  <a16:creationId xmlns:a16="http://schemas.microsoft.com/office/drawing/2014/main" id="{11E1ECCF-59BB-4D1D-82A9-8CE611D18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b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c 		d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d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a 		d</a:t>
              </a:r>
            </a:p>
          </p:txBody>
        </p:sp>
      </p:grpSp>
      <p:sp>
        <p:nvSpPr>
          <p:cNvPr id="46106" name="Line 35">
            <a:extLst>
              <a:ext uri="{FF2B5EF4-FFF2-40B4-BE49-F238E27FC236}">
                <a16:creationId xmlns:a16="http://schemas.microsoft.com/office/drawing/2014/main" id="{D018F9A4-C83F-4275-A792-9F1AA52EB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107" name="Line 36">
            <a:extLst>
              <a:ext uri="{FF2B5EF4-FFF2-40B4-BE49-F238E27FC236}">
                <a16:creationId xmlns:a16="http://schemas.microsoft.com/office/drawing/2014/main" id="{727EF763-EAAC-47F7-94C1-4A6130612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7432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108" name="Line 37">
            <a:extLst>
              <a:ext uri="{FF2B5EF4-FFF2-40B4-BE49-F238E27FC236}">
                <a16:creationId xmlns:a16="http://schemas.microsoft.com/office/drawing/2014/main" id="{A775B21D-6A67-4CFE-99E0-BF4AE3E60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9718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6109" name="Line 38">
            <a:extLst>
              <a:ext uri="{FF2B5EF4-FFF2-40B4-BE49-F238E27FC236}">
                <a16:creationId xmlns:a16="http://schemas.microsoft.com/office/drawing/2014/main" id="{067ECC3C-EBDE-4172-BCE0-4A1AF6819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450" y="3440113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6110" name="Group 40">
            <a:extLst>
              <a:ext uri="{FF2B5EF4-FFF2-40B4-BE49-F238E27FC236}">
                <a16:creationId xmlns:a16="http://schemas.microsoft.com/office/drawing/2014/main" id="{FB5D00E5-EE41-40F0-A847-02F7B461DF4F}"/>
              </a:ext>
            </a:extLst>
          </p:cNvPr>
          <p:cNvGrpSpPr>
            <a:grpSpLocks/>
          </p:cNvGrpSpPr>
          <p:nvPr/>
        </p:nvGrpSpPr>
        <p:grpSpPr bwMode="auto">
          <a:xfrm>
            <a:off x="6342063" y="1017589"/>
            <a:ext cx="3465512" cy="1920875"/>
            <a:chOff x="3147" y="1392"/>
            <a:chExt cx="2183" cy="1210"/>
          </a:xfrm>
        </p:grpSpPr>
        <p:sp>
          <p:nvSpPr>
            <p:cNvPr id="46111" name="Text Box 41">
              <a:extLst>
                <a:ext uri="{FF2B5EF4-FFF2-40B4-BE49-F238E27FC236}">
                  <a16:creationId xmlns:a16="http://schemas.microsoft.com/office/drawing/2014/main" id="{B6DEE309-CD7B-49B6-8BCC-1B0229C87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7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6112" name="Text Box 42">
              <a:extLst>
                <a:ext uri="{FF2B5EF4-FFF2-40B4-BE49-F238E27FC236}">
                  <a16:creationId xmlns:a16="http://schemas.microsoft.com/office/drawing/2014/main" id="{F9F83A87-7C07-4829-B161-CD904EDBA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6113" name="Text Box 43">
              <a:extLst>
                <a:ext uri="{FF2B5EF4-FFF2-40B4-BE49-F238E27FC236}">
                  <a16:creationId xmlns:a16="http://schemas.microsoft.com/office/drawing/2014/main" id="{E44AB202-7692-4AC0-8FF6-59584C372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6114" name="Text Box 44">
              <a:extLst>
                <a:ext uri="{FF2B5EF4-FFF2-40B4-BE49-F238E27FC236}">
                  <a16:creationId xmlns:a16="http://schemas.microsoft.com/office/drawing/2014/main" id="{0E703C34-D163-48B8-9CA6-E78865426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7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46115" name="Text Box 45">
              <a:extLst>
                <a:ext uri="{FF2B5EF4-FFF2-40B4-BE49-F238E27FC236}">
                  <a16:creationId xmlns:a16="http://schemas.microsoft.com/office/drawing/2014/main" id="{9877D88D-7B0D-46CC-83B1-6B7C1FDD5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46116" name="Text Box 46">
              <a:extLst>
                <a:ext uri="{FF2B5EF4-FFF2-40B4-BE49-F238E27FC236}">
                  <a16:creationId xmlns:a16="http://schemas.microsoft.com/office/drawing/2014/main" id="{DE0DE147-2DF5-453E-978B-D9F3A98B1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6117" name="Text Box 47">
              <a:extLst>
                <a:ext uri="{FF2B5EF4-FFF2-40B4-BE49-F238E27FC236}">
                  <a16:creationId xmlns:a16="http://schemas.microsoft.com/office/drawing/2014/main" id="{45702335-8AA3-43D2-9E01-CBFC59F64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b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en-US" sz="2000">
                  <a:latin typeface="Arial" panose="020B0604020202020204" pitchFamily="34" charset="0"/>
                </a:rPr>
                <a:t> 	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000">
                <a:latin typeface="Arial" panose="020B0604020202020204" pitchFamily="34" charset="0"/>
              </a:endParaRPr>
            </a:p>
            <a:p>
              <a:r>
                <a:rPr lang="en-US" altLang="en-US" sz="2000">
                  <a:latin typeface="Arial" panose="020B0604020202020204" pitchFamily="34" charset="0"/>
                </a:rPr>
                <a:t>	d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en-US" sz="2000">
                  <a:latin typeface="Arial" panose="020B0604020202020204" pitchFamily="34" charset="0"/>
                </a:rPr>
                <a:t> 		</a:t>
              </a:r>
              <a:r>
                <a:rPr lang="en-US" altLang="en-US" sz="2000">
                  <a:solidFill>
                    <a:srgbClr val="008000"/>
                  </a:solidFill>
                  <a:latin typeface="Arial" panose="020B0604020202020204" pitchFamily="34" charset="0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B9314A5A-9905-4490-B52E-F71FCF656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Prim’s algorithm</a:t>
            </a:r>
          </a:p>
        </p:txBody>
      </p:sp>
      <p:sp>
        <p:nvSpPr>
          <p:cNvPr id="47108" name="Oval 3">
            <a:extLst>
              <a:ext uri="{FF2B5EF4-FFF2-40B4-BE49-F238E27FC236}">
                <a16:creationId xmlns:a16="http://schemas.microsoft.com/office/drawing/2014/main" id="{08D10DB9-9B55-43C9-A44B-1A64C7D7B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7109" name="Oval 4">
            <a:extLst>
              <a:ext uri="{FF2B5EF4-FFF2-40B4-BE49-F238E27FC236}">
                <a16:creationId xmlns:a16="http://schemas.microsoft.com/office/drawing/2014/main" id="{A7745ACF-21DC-4D6A-AFAD-CA88A4007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47110" name="Oval 5">
            <a:extLst>
              <a:ext uri="{FF2B5EF4-FFF2-40B4-BE49-F238E27FC236}">
                <a16:creationId xmlns:a16="http://schemas.microsoft.com/office/drawing/2014/main" id="{EDDA42E6-FB80-4DDE-91BA-4D608CC9B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7111" name="Oval 6">
            <a:extLst>
              <a:ext uri="{FF2B5EF4-FFF2-40B4-BE49-F238E27FC236}">
                <a16:creationId xmlns:a16="http://schemas.microsoft.com/office/drawing/2014/main" id="{78D72C60-273D-454C-B64D-9D96FF0E9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47112" name="Oval 7">
            <a:extLst>
              <a:ext uri="{FF2B5EF4-FFF2-40B4-BE49-F238E27FC236}">
                <a16:creationId xmlns:a16="http://schemas.microsoft.com/office/drawing/2014/main" id="{9D73B7F2-3A59-4F92-A84B-20224674C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cxnSp>
        <p:nvCxnSpPr>
          <p:cNvPr id="47113" name="AutoShape 8">
            <a:extLst>
              <a:ext uri="{FF2B5EF4-FFF2-40B4-BE49-F238E27FC236}">
                <a16:creationId xmlns:a16="http://schemas.microsoft.com/office/drawing/2014/main" id="{1FFBC3E2-BB99-4A39-B8A9-EC5DD21F15B2}"/>
              </a:ext>
            </a:extLst>
          </p:cNvPr>
          <p:cNvCxnSpPr>
            <a:cxnSpLocks noChangeShapeType="1"/>
            <a:stCxn id="47108" idx="7"/>
            <a:endCxn id="47112" idx="2"/>
          </p:cNvCxnSpPr>
          <p:nvPr/>
        </p:nvCxnSpPr>
        <p:spPr bwMode="auto">
          <a:xfrm flipV="1">
            <a:off x="3221038" y="2552701"/>
            <a:ext cx="1731962" cy="169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4" name="AutoShape 9">
            <a:extLst>
              <a:ext uri="{FF2B5EF4-FFF2-40B4-BE49-F238E27FC236}">
                <a16:creationId xmlns:a16="http://schemas.microsoft.com/office/drawing/2014/main" id="{422C627F-8D47-4828-8BC2-AB38CC6F6F9F}"/>
              </a:ext>
            </a:extLst>
          </p:cNvPr>
          <p:cNvCxnSpPr>
            <a:cxnSpLocks noChangeShapeType="1"/>
            <a:stCxn id="47111" idx="6"/>
            <a:endCxn id="47112" idx="3"/>
          </p:cNvCxnSpPr>
          <p:nvPr/>
        </p:nvCxnSpPr>
        <p:spPr bwMode="auto">
          <a:xfrm flipV="1">
            <a:off x="4038601" y="26876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5" name="AutoShape 10">
            <a:extLst>
              <a:ext uri="{FF2B5EF4-FFF2-40B4-BE49-F238E27FC236}">
                <a16:creationId xmlns:a16="http://schemas.microsoft.com/office/drawing/2014/main" id="{34F68041-ECF7-45D2-929F-E51DFF0077CB}"/>
              </a:ext>
            </a:extLst>
          </p:cNvPr>
          <p:cNvCxnSpPr>
            <a:cxnSpLocks noChangeShapeType="1"/>
            <a:stCxn id="47108" idx="4"/>
            <a:endCxn id="47109" idx="0"/>
          </p:cNvCxnSpPr>
          <p:nvPr/>
        </p:nvCxnSpPr>
        <p:spPr bwMode="auto">
          <a:xfrm>
            <a:off x="3086100" y="3048000"/>
            <a:ext cx="228600" cy="914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6" name="AutoShape 11">
            <a:extLst>
              <a:ext uri="{FF2B5EF4-FFF2-40B4-BE49-F238E27FC236}">
                <a16:creationId xmlns:a16="http://schemas.microsoft.com/office/drawing/2014/main" id="{5410DF07-4B6A-4048-B657-1E667A954534}"/>
              </a:ext>
            </a:extLst>
          </p:cNvPr>
          <p:cNvCxnSpPr>
            <a:cxnSpLocks noChangeShapeType="1"/>
            <a:stCxn id="47108" idx="5"/>
            <a:endCxn id="47111" idx="2"/>
          </p:cNvCxnSpPr>
          <p:nvPr/>
        </p:nvCxnSpPr>
        <p:spPr bwMode="auto">
          <a:xfrm>
            <a:off x="3221038" y="29924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7" name="AutoShape 12">
            <a:extLst>
              <a:ext uri="{FF2B5EF4-FFF2-40B4-BE49-F238E27FC236}">
                <a16:creationId xmlns:a16="http://schemas.microsoft.com/office/drawing/2014/main" id="{C12CA1DB-4F62-4F44-B937-F1E567754677}"/>
              </a:ext>
            </a:extLst>
          </p:cNvPr>
          <p:cNvCxnSpPr>
            <a:cxnSpLocks noChangeShapeType="1"/>
            <a:stCxn id="47109" idx="7"/>
            <a:endCxn id="47111" idx="3"/>
          </p:cNvCxnSpPr>
          <p:nvPr/>
        </p:nvCxnSpPr>
        <p:spPr bwMode="auto">
          <a:xfrm flipV="1">
            <a:off x="3449639" y="3221039"/>
            <a:ext cx="263525" cy="7969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8" name="AutoShape 13">
            <a:extLst>
              <a:ext uri="{FF2B5EF4-FFF2-40B4-BE49-F238E27FC236}">
                <a16:creationId xmlns:a16="http://schemas.microsoft.com/office/drawing/2014/main" id="{B17238A1-20A7-4648-A3B9-A04C7484A76F}"/>
              </a:ext>
            </a:extLst>
          </p:cNvPr>
          <p:cNvCxnSpPr>
            <a:cxnSpLocks noChangeShapeType="1"/>
            <a:stCxn id="47111" idx="5"/>
            <a:endCxn id="47110" idx="1"/>
          </p:cNvCxnSpPr>
          <p:nvPr/>
        </p:nvCxnSpPr>
        <p:spPr bwMode="auto">
          <a:xfrm>
            <a:off x="3983039" y="3221039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9" name="AutoShape 14">
            <a:extLst>
              <a:ext uri="{FF2B5EF4-FFF2-40B4-BE49-F238E27FC236}">
                <a16:creationId xmlns:a16="http://schemas.microsoft.com/office/drawing/2014/main" id="{E196E67A-D001-4E53-97C3-FC759EF9A107}"/>
              </a:ext>
            </a:extLst>
          </p:cNvPr>
          <p:cNvCxnSpPr>
            <a:cxnSpLocks noChangeShapeType="1"/>
            <a:stCxn id="47112" idx="4"/>
            <a:endCxn id="47110" idx="0"/>
          </p:cNvCxnSpPr>
          <p:nvPr/>
        </p:nvCxnSpPr>
        <p:spPr bwMode="auto">
          <a:xfrm flipH="1">
            <a:off x="4762500" y="2743200"/>
            <a:ext cx="381000" cy="990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0" name="AutoShape 15">
            <a:extLst>
              <a:ext uri="{FF2B5EF4-FFF2-40B4-BE49-F238E27FC236}">
                <a16:creationId xmlns:a16="http://schemas.microsoft.com/office/drawing/2014/main" id="{C671999E-C4C3-47CF-8824-58E88CCAE66C}"/>
              </a:ext>
            </a:extLst>
          </p:cNvPr>
          <p:cNvCxnSpPr>
            <a:cxnSpLocks noChangeShapeType="1"/>
            <a:stCxn id="47110" idx="2"/>
            <a:endCxn id="47109" idx="6"/>
          </p:cNvCxnSpPr>
          <p:nvPr/>
        </p:nvCxnSpPr>
        <p:spPr bwMode="auto">
          <a:xfrm flipH="1">
            <a:off x="3505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21" name="Text Box 16">
            <a:extLst>
              <a:ext uri="{FF2B5EF4-FFF2-40B4-BE49-F238E27FC236}">
                <a16:creationId xmlns:a16="http://schemas.microsoft.com/office/drawing/2014/main" id="{620EEFB6-BCEA-4C3D-A0A7-F1F82B519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27193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7122" name="Text Box 17">
            <a:extLst>
              <a:ext uri="{FF2B5EF4-FFF2-40B4-BE49-F238E27FC236}">
                <a16:creationId xmlns:a16="http://schemas.microsoft.com/office/drawing/2014/main" id="{4B246B39-6693-4FD3-8BEE-0692EFED8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7123" name="Text Box 18">
            <a:extLst>
              <a:ext uri="{FF2B5EF4-FFF2-40B4-BE49-F238E27FC236}">
                <a16:creationId xmlns:a16="http://schemas.microsoft.com/office/drawing/2014/main" id="{076F49F0-2B49-4D64-BECF-4944872F1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7124" name="Text Box 19">
            <a:extLst>
              <a:ext uri="{FF2B5EF4-FFF2-40B4-BE49-F238E27FC236}">
                <a16:creationId xmlns:a16="http://schemas.microsoft.com/office/drawing/2014/main" id="{B7CCD104-28D8-4A6E-A031-54EAB27E4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2860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7125" name="Text Box 20">
            <a:extLst>
              <a:ext uri="{FF2B5EF4-FFF2-40B4-BE49-F238E27FC236}">
                <a16:creationId xmlns:a16="http://schemas.microsoft.com/office/drawing/2014/main" id="{1B9594D3-2C5F-4416-A76C-4670C1706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81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7126" name="Text Box 21">
            <a:extLst>
              <a:ext uri="{FF2B5EF4-FFF2-40B4-BE49-F238E27FC236}">
                <a16:creationId xmlns:a16="http://schemas.microsoft.com/office/drawing/2014/main" id="{1018DFD1-CC2F-4BF7-BFAC-F6B3E0C7F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7127" name="Text Box 22">
            <a:extLst>
              <a:ext uri="{FF2B5EF4-FFF2-40B4-BE49-F238E27FC236}">
                <a16:creationId xmlns:a16="http://schemas.microsoft.com/office/drawing/2014/main" id="{C8E7F0FA-713E-40D6-88AE-6A066BCC5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37480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7128" name="Text Box 23">
            <a:extLst>
              <a:ext uri="{FF2B5EF4-FFF2-40B4-BE49-F238E27FC236}">
                <a16:creationId xmlns:a16="http://schemas.microsoft.com/office/drawing/2014/main" id="{111AB3E8-83B6-443D-A36A-361E19E9E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grpSp>
        <p:nvGrpSpPr>
          <p:cNvPr id="47129" name="Group 33">
            <a:extLst>
              <a:ext uri="{FF2B5EF4-FFF2-40B4-BE49-F238E27FC236}">
                <a16:creationId xmlns:a16="http://schemas.microsoft.com/office/drawing/2014/main" id="{13310C0F-7277-4513-8AEE-97B500806315}"/>
              </a:ext>
            </a:extLst>
          </p:cNvPr>
          <p:cNvGrpSpPr>
            <a:grpSpLocks/>
          </p:cNvGrpSpPr>
          <p:nvPr/>
        </p:nvGrpSpPr>
        <p:grpSpPr bwMode="auto">
          <a:xfrm>
            <a:off x="7102475" y="3725864"/>
            <a:ext cx="2738438" cy="1920875"/>
            <a:chOff x="3605" y="1392"/>
            <a:chExt cx="1725" cy="1210"/>
          </a:xfrm>
        </p:grpSpPr>
        <p:sp>
          <p:nvSpPr>
            <p:cNvPr id="47141" name="Text Box 25">
              <a:extLst>
                <a:ext uri="{FF2B5EF4-FFF2-40B4-BE49-F238E27FC236}">
                  <a16:creationId xmlns:a16="http://schemas.microsoft.com/office/drawing/2014/main" id="{E2C3BD5A-6191-43E1-B602-3B91573C3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7142" name="Text Box 27">
              <a:extLst>
                <a:ext uri="{FF2B5EF4-FFF2-40B4-BE49-F238E27FC236}">
                  <a16:creationId xmlns:a16="http://schemas.microsoft.com/office/drawing/2014/main" id="{F5456FFE-1A26-4475-A2CB-6D704D354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7143" name="Text Box 28">
              <a:extLst>
                <a:ext uri="{FF2B5EF4-FFF2-40B4-BE49-F238E27FC236}">
                  <a16:creationId xmlns:a16="http://schemas.microsoft.com/office/drawing/2014/main" id="{FA1A77E3-B88C-4B8D-A9B2-081192A3C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b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c 		d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d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a 		d</a:t>
              </a:r>
            </a:p>
          </p:txBody>
        </p:sp>
      </p:grpSp>
      <p:sp>
        <p:nvSpPr>
          <p:cNvPr id="47130" name="Line 29">
            <a:extLst>
              <a:ext uri="{FF2B5EF4-FFF2-40B4-BE49-F238E27FC236}">
                <a16:creationId xmlns:a16="http://schemas.microsoft.com/office/drawing/2014/main" id="{19108A13-9587-4F43-8FDC-BC88BD0D57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1" name="Line 30">
            <a:extLst>
              <a:ext uri="{FF2B5EF4-FFF2-40B4-BE49-F238E27FC236}">
                <a16:creationId xmlns:a16="http://schemas.microsoft.com/office/drawing/2014/main" id="{47D51C2A-DA70-4AB6-AA16-2DBD17413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743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2" name="Line 31">
            <a:extLst>
              <a:ext uri="{FF2B5EF4-FFF2-40B4-BE49-F238E27FC236}">
                <a16:creationId xmlns:a16="http://schemas.microsoft.com/office/drawing/2014/main" id="{9997D872-6CAA-4064-AD21-32FF866974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9718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3" name="Line 32">
            <a:extLst>
              <a:ext uri="{FF2B5EF4-FFF2-40B4-BE49-F238E27FC236}">
                <a16:creationId xmlns:a16="http://schemas.microsoft.com/office/drawing/2014/main" id="{5CA6A8FC-D06A-43D8-A100-874081CB5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0386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7134" name="Line 34">
            <a:extLst>
              <a:ext uri="{FF2B5EF4-FFF2-40B4-BE49-F238E27FC236}">
                <a16:creationId xmlns:a16="http://schemas.microsoft.com/office/drawing/2014/main" id="{FE655B11-325F-473A-8F26-C893916B0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450" y="3440113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7135" name="Group 35">
            <a:extLst>
              <a:ext uri="{FF2B5EF4-FFF2-40B4-BE49-F238E27FC236}">
                <a16:creationId xmlns:a16="http://schemas.microsoft.com/office/drawing/2014/main" id="{B284C79F-4984-484E-BE6D-D1AEA985A604}"/>
              </a:ext>
            </a:extLst>
          </p:cNvPr>
          <p:cNvGrpSpPr>
            <a:grpSpLocks/>
          </p:cNvGrpSpPr>
          <p:nvPr/>
        </p:nvGrpSpPr>
        <p:grpSpPr bwMode="auto">
          <a:xfrm>
            <a:off x="6738939" y="1293814"/>
            <a:ext cx="3101975" cy="1920875"/>
            <a:chOff x="3376" y="1392"/>
            <a:chExt cx="1954" cy="1210"/>
          </a:xfrm>
        </p:grpSpPr>
        <p:sp>
          <p:nvSpPr>
            <p:cNvPr id="47136" name="Text Box 36">
              <a:extLst>
                <a:ext uri="{FF2B5EF4-FFF2-40B4-BE49-F238E27FC236}">
                  <a16:creationId xmlns:a16="http://schemas.microsoft.com/office/drawing/2014/main" id="{962D9C86-6330-4131-B22D-5952D064D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47137" name="Text Box 37">
              <a:extLst>
                <a:ext uri="{FF2B5EF4-FFF2-40B4-BE49-F238E27FC236}">
                  <a16:creationId xmlns:a16="http://schemas.microsoft.com/office/drawing/2014/main" id="{AC82BA83-78F7-4C44-A6E9-E91A7B7A5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7138" name="Text Box 38">
              <a:extLst>
                <a:ext uri="{FF2B5EF4-FFF2-40B4-BE49-F238E27FC236}">
                  <a16:creationId xmlns:a16="http://schemas.microsoft.com/office/drawing/2014/main" id="{7C59B081-FA03-43C8-8F13-1FAF7A5F6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47139" name="Text Box 39">
              <a:extLst>
                <a:ext uri="{FF2B5EF4-FFF2-40B4-BE49-F238E27FC236}">
                  <a16:creationId xmlns:a16="http://schemas.microsoft.com/office/drawing/2014/main" id="{64DD878D-5B80-48D1-A72A-00E897CF3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7140" name="Text Box 40">
              <a:extLst>
                <a:ext uri="{FF2B5EF4-FFF2-40B4-BE49-F238E27FC236}">
                  <a16:creationId xmlns:a16="http://schemas.microsoft.com/office/drawing/2014/main" id="{CF201C1F-7753-4BFA-8A65-76DEC28AA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b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c 		d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d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a 		d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549373AC-8987-476C-BFE8-AFA375C68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Prim’s algorithm</a:t>
            </a:r>
          </a:p>
        </p:txBody>
      </p:sp>
      <p:sp>
        <p:nvSpPr>
          <p:cNvPr id="48132" name="Text Box 26">
            <a:extLst>
              <a:ext uri="{FF2B5EF4-FFF2-40B4-BE49-F238E27FC236}">
                <a16:creationId xmlns:a16="http://schemas.microsoft.com/office/drawing/2014/main" id="{4D0C582A-CABC-4C0B-BF4B-92460AF8C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950" y="3903664"/>
            <a:ext cx="184943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7013" algn="l"/>
                <a:tab pos="917575" algn="l"/>
                <a:tab pos="1258888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u="sng">
                <a:latin typeface="Arial" panose="020B0604020202020204" pitchFamily="34" charset="0"/>
              </a:rPr>
              <a:t>Vertex	Parent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e		-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b		e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c 		d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d		e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	a 		d</a:t>
            </a:r>
          </a:p>
        </p:txBody>
      </p:sp>
      <p:sp>
        <p:nvSpPr>
          <p:cNvPr id="48133" name="Oval 3">
            <a:extLst>
              <a:ext uri="{FF2B5EF4-FFF2-40B4-BE49-F238E27FC236}">
                <a16:creationId xmlns:a16="http://schemas.microsoft.com/office/drawing/2014/main" id="{F550EE50-A4DD-4F76-A9EF-39A4D2A9C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8134" name="Oval 4">
            <a:extLst>
              <a:ext uri="{FF2B5EF4-FFF2-40B4-BE49-F238E27FC236}">
                <a16:creationId xmlns:a16="http://schemas.microsoft.com/office/drawing/2014/main" id="{8FFD58B1-9B95-4C87-AD08-AEA230C6D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48135" name="Oval 5">
            <a:extLst>
              <a:ext uri="{FF2B5EF4-FFF2-40B4-BE49-F238E27FC236}">
                <a16:creationId xmlns:a16="http://schemas.microsoft.com/office/drawing/2014/main" id="{BA09B1DC-4399-40DE-AB50-981F80BCE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48136" name="Oval 6">
            <a:extLst>
              <a:ext uri="{FF2B5EF4-FFF2-40B4-BE49-F238E27FC236}">
                <a16:creationId xmlns:a16="http://schemas.microsoft.com/office/drawing/2014/main" id="{1B68B1E1-D350-4701-BD95-8280BBDEC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48137" name="Oval 7">
            <a:extLst>
              <a:ext uri="{FF2B5EF4-FFF2-40B4-BE49-F238E27FC236}">
                <a16:creationId xmlns:a16="http://schemas.microsoft.com/office/drawing/2014/main" id="{0AD70430-2CFA-447E-957A-6FF64E09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cxnSp>
        <p:nvCxnSpPr>
          <p:cNvPr id="48138" name="AutoShape 8">
            <a:extLst>
              <a:ext uri="{FF2B5EF4-FFF2-40B4-BE49-F238E27FC236}">
                <a16:creationId xmlns:a16="http://schemas.microsoft.com/office/drawing/2014/main" id="{B4B8CF1C-9754-43D3-9E1B-C5E09DB4D866}"/>
              </a:ext>
            </a:extLst>
          </p:cNvPr>
          <p:cNvCxnSpPr>
            <a:cxnSpLocks noChangeShapeType="1"/>
            <a:stCxn id="48133" idx="7"/>
            <a:endCxn id="48137" idx="2"/>
          </p:cNvCxnSpPr>
          <p:nvPr/>
        </p:nvCxnSpPr>
        <p:spPr bwMode="auto">
          <a:xfrm flipV="1">
            <a:off x="3221038" y="2552701"/>
            <a:ext cx="1731962" cy="169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39" name="AutoShape 9">
            <a:extLst>
              <a:ext uri="{FF2B5EF4-FFF2-40B4-BE49-F238E27FC236}">
                <a16:creationId xmlns:a16="http://schemas.microsoft.com/office/drawing/2014/main" id="{768CEF99-E0C3-4116-8569-E259CF46EE92}"/>
              </a:ext>
            </a:extLst>
          </p:cNvPr>
          <p:cNvCxnSpPr>
            <a:cxnSpLocks noChangeShapeType="1"/>
            <a:stCxn id="48136" idx="6"/>
            <a:endCxn id="48137" idx="3"/>
          </p:cNvCxnSpPr>
          <p:nvPr/>
        </p:nvCxnSpPr>
        <p:spPr bwMode="auto">
          <a:xfrm flipV="1">
            <a:off x="4038601" y="26876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0" name="AutoShape 10">
            <a:extLst>
              <a:ext uri="{FF2B5EF4-FFF2-40B4-BE49-F238E27FC236}">
                <a16:creationId xmlns:a16="http://schemas.microsoft.com/office/drawing/2014/main" id="{09E411A6-E544-49C5-ABAE-4C72A9BC57DE}"/>
              </a:ext>
            </a:extLst>
          </p:cNvPr>
          <p:cNvCxnSpPr>
            <a:cxnSpLocks noChangeShapeType="1"/>
            <a:stCxn id="48133" idx="4"/>
            <a:endCxn id="48134" idx="0"/>
          </p:cNvCxnSpPr>
          <p:nvPr/>
        </p:nvCxnSpPr>
        <p:spPr bwMode="auto">
          <a:xfrm>
            <a:off x="3086100" y="3048000"/>
            <a:ext cx="228600" cy="914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1" name="AutoShape 11">
            <a:extLst>
              <a:ext uri="{FF2B5EF4-FFF2-40B4-BE49-F238E27FC236}">
                <a16:creationId xmlns:a16="http://schemas.microsoft.com/office/drawing/2014/main" id="{F18A3C66-1BA3-4898-91F3-19CE4EE6A27A}"/>
              </a:ext>
            </a:extLst>
          </p:cNvPr>
          <p:cNvCxnSpPr>
            <a:cxnSpLocks noChangeShapeType="1"/>
            <a:stCxn id="48133" idx="5"/>
            <a:endCxn id="48136" idx="2"/>
          </p:cNvCxnSpPr>
          <p:nvPr/>
        </p:nvCxnSpPr>
        <p:spPr bwMode="auto">
          <a:xfrm>
            <a:off x="3221038" y="29924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2" name="AutoShape 12">
            <a:extLst>
              <a:ext uri="{FF2B5EF4-FFF2-40B4-BE49-F238E27FC236}">
                <a16:creationId xmlns:a16="http://schemas.microsoft.com/office/drawing/2014/main" id="{B3670902-8A48-4FE1-96D4-13FA0701C396}"/>
              </a:ext>
            </a:extLst>
          </p:cNvPr>
          <p:cNvCxnSpPr>
            <a:cxnSpLocks noChangeShapeType="1"/>
            <a:stCxn id="48134" idx="7"/>
            <a:endCxn id="48136" idx="3"/>
          </p:cNvCxnSpPr>
          <p:nvPr/>
        </p:nvCxnSpPr>
        <p:spPr bwMode="auto">
          <a:xfrm flipV="1">
            <a:off x="3449639" y="3221039"/>
            <a:ext cx="263525" cy="7969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3" name="AutoShape 13">
            <a:extLst>
              <a:ext uri="{FF2B5EF4-FFF2-40B4-BE49-F238E27FC236}">
                <a16:creationId xmlns:a16="http://schemas.microsoft.com/office/drawing/2014/main" id="{0D293399-9E7E-4606-9BD6-C042C6B28E0B}"/>
              </a:ext>
            </a:extLst>
          </p:cNvPr>
          <p:cNvCxnSpPr>
            <a:cxnSpLocks noChangeShapeType="1"/>
            <a:stCxn id="48136" idx="5"/>
            <a:endCxn id="48135" idx="1"/>
          </p:cNvCxnSpPr>
          <p:nvPr/>
        </p:nvCxnSpPr>
        <p:spPr bwMode="auto">
          <a:xfrm>
            <a:off x="3983039" y="3221039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4" name="AutoShape 14">
            <a:extLst>
              <a:ext uri="{FF2B5EF4-FFF2-40B4-BE49-F238E27FC236}">
                <a16:creationId xmlns:a16="http://schemas.microsoft.com/office/drawing/2014/main" id="{F7CA8563-10D7-4C5B-8AD8-6D13B06A39EA}"/>
              </a:ext>
            </a:extLst>
          </p:cNvPr>
          <p:cNvCxnSpPr>
            <a:cxnSpLocks noChangeShapeType="1"/>
            <a:stCxn id="48137" idx="4"/>
            <a:endCxn id="48135" idx="0"/>
          </p:cNvCxnSpPr>
          <p:nvPr/>
        </p:nvCxnSpPr>
        <p:spPr bwMode="auto">
          <a:xfrm flipH="1">
            <a:off x="4762500" y="2743200"/>
            <a:ext cx="381000" cy="990600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5" name="AutoShape 15">
            <a:extLst>
              <a:ext uri="{FF2B5EF4-FFF2-40B4-BE49-F238E27FC236}">
                <a16:creationId xmlns:a16="http://schemas.microsoft.com/office/drawing/2014/main" id="{9F5CCF33-00FE-406E-B153-502E922BB7CD}"/>
              </a:ext>
            </a:extLst>
          </p:cNvPr>
          <p:cNvCxnSpPr>
            <a:cxnSpLocks noChangeShapeType="1"/>
            <a:stCxn id="48135" idx="2"/>
            <a:endCxn id="48134" idx="6"/>
          </p:cNvCxnSpPr>
          <p:nvPr/>
        </p:nvCxnSpPr>
        <p:spPr bwMode="auto">
          <a:xfrm flipH="1">
            <a:off x="3505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46" name="Text Box 16">
            <a:extLst>
              <a:ext uri="{FF2B5EF4-FFF2-40B4-BE49-F238E27FC236}">
                <a16:creationId xmlns:a16="http://schemas.microsoft.com/office/drawing/2014/main" id="{7051B88B-81C2-4304-AEAD-12F360660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27193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147" name="Text Box 17">
            <a:extLst>
              <a:ext uri="{FF2B5EF4-FFF2-40B4-BE49-F238E27FC236}">
                <a16:creationId xmlns:a16="http://schemas.microsoft.com/office/drawing/2014/main" id="{E2C39740-B3BE-4F39-A19E-9C14A0311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8148" name="Text Box 18">
            <a:extLst>
              <a:ext uri="{FF2B5EF4-FFF2-40B4-BE49-F238E27FC236}">
                <a16:creationId xmlns:a16="http://schemas.microsoft.com/office/drawing/2014/main" id="{3FFC5C6D-9898-48CC-BF1A-B936BB2B5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8149" name="Text Box 19">
            <a:extLst>
              <a:ext uri="{FF2B5EF4-FFF2-40B4-BE49-F238E27FC236}">
                <a16:creationId xmlns:a16="http://schemas.microsoft.com/office/drawing/2014/main" id="{75FA3DC8-37D5-475E-B3BD-2F75E6808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2860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8150" name="Text Box 20">
            <a:extLst>
              <a:ext uri="{FF2B5EF4-FFF2-40B4-BE49-F238E27FC236}">
                <a16:creationId xmlns:a16="http://schemas.microsoft.com/office/drawing/2014/main" id="{37EC515B-8A83-4460-AFAB-C1982DD7D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6812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151" name="Text Box 21">
            <a:extLst>
              <a:ext uri="{FF2B5EF4-FFF2-40B4-BE49-F238E27FC236}">
                <a16:creationId xmlns:a16="http://schemas.microsoft.com/office/drawing/2014/main" id="{116C0BCE-5F11-41E9-A865-41CA4757D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8152" name="Text Box 22">
            <a:extLst>
              <a:ext uri="{FF2B5EF4-FFF2-40B4-BE49-F238E27FC236}">
                <a16:creationId xmlns:a16="http://schemas.microsoft.com/office/drawing/2014/main" id="{EA266130-0D3D-4398-BFBF-00648BEC4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37480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8153" name="Text Box 23">
            <a:extLst>
              <a:ext uri="{FF2B5EF4-FFF2-40B4-BE49-F238E27FC236}">
                <a16:creationId xmlns:a16="http://schemas.microsoft.com/office/drawing/2014/main" id="{A464E68B-1180-4BE5-B304-469CC0C42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1384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8154" name="Line 27">
            <a:extLst>
              <a:ext uri="{FF2B5EF4-FFF2-40B4-BE49-F238E27FC236}">
                <a16:creationId xmlns:a16="http://schemas.microsoft.com/office/drawing/2014/main" id="{AC31B1A7-AFA9-43B9-AEE9-1A04B8D4C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55" name="Line 28">
            <a:extLst>
              <a:ext uri="{FF2B5EF4-FFF2-40B4-BE49-F238E27FC236}">
                <a16:creationId xmlns:a16="http://schemas.microsoft.com/office/drawing/2014/main" id="{85067D57-12C8-4BD7-90AA-6E8396B28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743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56" name="Line 29">
            <a:extLst>
              <a:ext uri="{FF2B5EF4-FFF2-40B4-BE49-F238E27FC236}">
                <a16:creationId xmlns:a16="http://schemas.microsoft.com/office/drawing/2014/main" id="{856A1835-097C-479A-9718-A55154477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9718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57" name="Line 30">
            <a:extLst>
              <a:ext uri="{FF2B5EF4-FFF2-40B4-BE49-F238E27FC236}">
                <a16:creationId xmlns:a16="http://schemas.microsoft.com/office/drawing/2014/main" id="{33ECA395-5784-4E46-AED4-75A1E9BE8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0386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58" name="Line 31">
            <a:extLst>
              <a:ext uri="{FF2B5EF4-FFF2-40B4-BE49-F238E27FC236}">
                <a16:creationId xmlns:a16="http://schemas.microsoft.com/office/drawing/2014/main" id="{28311669-302D-46DA-817F-942A94780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438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59" name="Rectangle 33">
            <a:extLst>
              <a:ext uri="{FF2B5EF4-FFF2-40B4-BE49-F238E27FC236}">
                <a16:creationId xmlns:a16="http://schemas.microsoft.com/office/drawing/2014/main" id="{A416714B-CD21-4F5F-B9B9-1501D63B0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038" y="4803775"/>
            <a:ext cx="461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</a:rPr>
              <a:t>The final minimum spanning tree</a:t>
            </a:r>
          </a:p>
        </p:txBody>
      </p:sp>
      <p:sp>
        <p:nvSpPr>
          <p:cNvPr id="48160" name="Line 40">
            <a:extLst>
              <a:ext uri="{FF2B5EF4-FFF2-40B4-BE49-F238E27FC236}">
                <a16:creationId xmlns:a16="http://schemas.microsoft.com/office/drawing/2014/main" id="{DC5333AA-4231-4561-AED3-91190EBC82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450" y="3440113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8161" name="Group 41">
            <a:extLst>
              <a:ext uri="{FF2B5EF4-FFF2-40B4-BE49-F238E27FC236}">
                <a16:creationId xmlns:a16="http://schemas.microsoft.com/office/drawing/2014/main" id="{2FA872ED-94CC-44EC-B3AE-2359DDF3F619}"/>
              </a:ext>
            </a:extLst>
          </p:cNvPr>
          <p:cNvGrpSpPr>
            <a:grpSpLocks/>
          </p:cNvGrpSpPr>
          <p:nvPr/>
        </p:nvGrpSpPr>
        <p:grpSpPr bwMode="auto">
          <a:xfrm>
            <a:off x="7269164" y="1117601"/>
            <a:ext cx="2738437" cy="1920875"/>
            <a:chOff x="3605" y="1392"/>
            <a:chExt cx="1725" cy="1210"/>
          </a:xfrm>
        </p:grpSpPr>
        <p:sp>
          <p:nvSpPr>
            <p:cNvPr id="48162" name="Text Box 42">
              <a:extLst>
                <a:ext uri="{FF2B5EF4-FFF2-40B4-BE49-F238E27FC236}">
                  <a16:creationId xmlns:a16="http://schemas.microsoft.com/office/drawing/2014/main" id="{5D1030F3-CB9C-43A8-A39F-6314A3B2B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8163" name="Text Box 43">
              <a:extLst>
                <a:ext uri="{FF2B5EF4-FFF2-40B4-BE49-F238E27FC236}">
                  <a16:creationId xmlns:a16="http://schemas.microsoft.com/office/drawing/2014/main" id="{B7E7354C-BB41-4418-A055-3C952AD18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b="1">
                  <a:latin typeface="Arial" panose="020B060402020202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8164" name="Text Box 44">
              <a:extLst>
                <a:ext uri="{FF2B5EF4-FFF2-40B4-BE49-F238E27FC236}">
                  <a16:creationId xmlns:a16="http://schemas.microsoft.com/office/drawing/2014/main" id="{EB42FF3F-DBF6-4720-9C0A-0817FC01B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1392"/>
              <a:ext cx="1165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7013" algn="l"/>
                  <a:tab pos="917575" algn="l"/>
                  <a:tab pos="1258888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u="sng">
                  <a:latin typeface="Arial" panose="020B0604020202020204" pitchFamily="34" charset="0"/>
                </a:rPr>
                <a:t>Vertex	Parent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e		-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b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c 		d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d		e</a:t>
              </a:r>
            </a:p>
            <a:p>
              <a:r>
                <a:rPr lang="en-US" altLang="en-US" sz="2000">
                  <a:latin typeface="Arial" panose="020B0604020202020204" pitchFamily="34" charset="0"/>
                </a:rPr>
                <a:t>	a 		d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59AC376D-A979-49CC-B0CF-3ACD7C69B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1800" y="3810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Running time of Prim’s algorithm</a:t>
            </a:r>
            <a:br>
              <a:rPr lang="en-US" altLang="en-US" sz="3200"/>
            </a:br>
            <a:r>
              <a:rPr lang="en-US" altLang="en-US" sz="3200"/>
              <a:t>(without heaps)</a:t>
            </a:r>
          </a:p>
        </p:txBody>
      </p:sp>
      <p:grpSp>
        <p:nvGrpSpPr>
          <p:cNvPr id="49156" name="Group 8">
            <a:extLst>
              <a:ext uri="{FF2B5EF4-FFF2-40B4-BE49-F238E27FC236}">
                <a16:creationId xmlns:a16="http://schemas.microsoft.com/office/drawing/2014/main" id="{B53ED826-C356-486F-B286-B015EE6742E5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416051"/>
            <a:ext cx="7467600" cy="4746625"/>
            <a:chOff x="288" y="1440"/>
            <a:chExt cx="4704" cy="2990"/>
          </a:xfrm>
        </p:grpSpPr>
        <p:sp>
          <p:nvSpPr>
            <p:cNvPr id="49157" name="Text Box 6">
              <a:extLst>
                <a:ext uri="{FF2B5EF4-FFF2-40B4-BE49-F238E27FC236}">
                  <a16:creationId xmlns:a16="http://schemas.microsoft.com/office/drawing/2014/main" id="{4B2E5602-ABA2-4901-B9FB-8B97739D5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440"/>
              <a:ext cx="4704" cy="2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681038" indent="-223838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 b="1">
                  <a:latin typeface="Arial" panose="020B0604020202020204" pitchFamily="34" charset="0"/>
                </a:rPr>
                <a:t>Initialization of priority queue</a:t>
              </a:r>
              <a:r>
                <a:rPr lang="en-US" altLang="en-US" sz="2400">
                  <a:latin typeface="Arial" panose="020B0604020202020204" pitchFamily="34" charset="0"/>
                </a:rPr>
                <a:t> (array): O(|</a:t>
              </a:r>
              <a:r>
                <a:rPr lang="en-US" altLang="en-US" sz="2400" b="1" i="1"/>
                <a:t>V</a:t>
              </a:r>
              <a:r>
                <a:rPr lang="en-US" altLang="en-US" sz="2400">
                  <a:latin typeface="Arial" panose="020B0604020202020204" pitchFamily="34" charset="0"/>
                </a:rPr>
                <a:t>|)</a:t>
              </a:r>
            </a:p>
            <a:p>
              <a:endParaRPr lang="en-US" altLang="en-US" sz="2400">
                <a:latin typeface="Arial" panose="020B0604020202020204" pitchFamily="34" charset="0"/>
              </a:endParaRPr>
            </a:p>
            <a:p>
              <a:r>
                <a:rPr lang="en-US" altLang="en-US" sz="2400" b="1">
                  <a:latin typeface="Arial" panose="020B0604020202020204" pitchFamily="34" charset="0"/>
                </a:rPr>
                <a:t>Update loop</a:t>
              </a:r>
              <a:r>
                <a:rPr lang="en-US" altLang="en-US" sz="2400">
                  <a:latin typeface="Arial" panose="020B0604020202020204" pitchFamily="34" charset="0"/>
                </a:rPr>
                <a:t>:  |</a:t>
              </a:r>
              <a:r>
                <a:rPr lang="en-US" altLang="en-US" sz="2400" b="1" i="1"/>
                <a:t>V</a:t>
              </a:r>
              <a:r>
                <a:rPr lang="en-US" altLang="en-US" sz="2400">
                  <a:latin typeface="Arial" panose="020B0604020202020204" pitchFamily="34" charset="0"/>
                </a:rPr>
                <a:t>| calls</a:t>
              </a:r>
            </a:p>
            <a:p>
              <a:pPr lvl="1">
                <a:buFontTx/>
                <a:buChar char="•"/>
              </a:pPr>
              <a:r>
                <a:rPr lang="en-US" altLang="en-US" sz="2400">
                  <a:latin typeface="Arial" panose="020B0604020202020204" pitchFamily="34" charset="0"/>
                </a:rPr>
                <a:t>Choosing vertex with minimum cost edge: O(|</a:t>
              </a:r>
              <a:r>
                <a:rPr lang="en-US" altLang="en-US" sz="2400" b="1" i="1"/>
                <a:t>V</a:t>
              </a:r>
              <a:r>
                <a:rPr lang="en-US" altLang="en-US" sz="2400">
                  <a:latin typeface="Arial" panose="020B0604020202020204" pitchFamily="34" charset="0"/>
                </a:rPr>
                <a:t>|)</a:t>
              </a:r>
            </a:p>
            <a:p>
              <a:pPr lvl="1">
                <a:buFontTx/>
                <a:buChar char="•"/>
              </a:pPr>
              <a:r>
                <a:rPr lang="en-US" altLang="en-US" sz="2400">
                  <a:latin typeface="Arial" panose="020B0604020202020204" pitchFamily="34" charset="0"/>
                </a:rPr>
                <a:t>Updating distance values of unconnected vertices: each edge is considered only </a:t>
              </a:r>
              <a:r>
                <a:rPr lang="en-US" altLang="en-US" sz="2400" b="1">
                  <a:latin typeface="Arial" panose="020B0604020202020204" pitchFamily="34" charset="0"/>
                </a:rPr>
                <a:t>once</a:t>
              </a:r>
              <a:r>
                <a:rPr lang="en-US" altLang="en-US" sz="2400">
                  <a:latin typeface="Arial" panose="020B0604020202020204" pitchFamily="34" charset="0"/>
                </a:rPr>
                <a:t> during entire execution, for a </a:t>
              </a:r>
              <a:r>
                <a:rPr lang="en-US" altLang="en-US" sz="2400" b="1">
                  <a:latin typeface="Arial" panose="020B0604020202020204" pitchFamily="34" charset="0"/>
                </a:rPr>
                <a:t>total</a:t>
              </a:r>
              <a:r>
                <a:rPr lang="en-US" altLang="en-US" sz="2400">
                  <a:latin typeface="Arial" panose="020B0604020202020204" pitchFamily="34" charset="0"/>
                </a:rPr>
                <a:t> of O(|</a:t>
              </a:r>
              <a:r>
                <a:rPr lang="en-US" altLang="en-US" sz="2400" b="1" i="1"/>
                <a:t>E</a:t>
              </a:r>
              <a:r>
                <a:rPr lang="en-US" altLang="en-US" sz="2400">
                  <a:latin typeface="Arial" panose="020B0604020202020204" pitchFamily="34" charset="0"/>
                </a:rPr>
                <a:t>|) updates 			</a:t>
              </a:r>
            </a:p>
            <a:p>
              <a:r>
                <a:rPr lang="en-US" altLang="en-US" sz="2400" b="1">
                  <a:latin typeface="Arial" panose="020B0604020202020204" pitchFamily="34" charset="0"/>
                </a:rPr>
                <a:t>Overall cost without heaps</a:t>
              </a:r>
              <a:r>
                <a:rPr lang="en-US" altLang="en-US" sz="2400">
                  <a:latin typeface="Arial" panose="020B0604020202020204" pitchFamily="34" charset="0"/>
                </a:rPr>
                <a:t>:</a:t>
              </a:r>
            </a:p>
            <a:p>
              <a:endParaRPr lang="en-US" altLang="en-US" sz="2400">
                <a:latin typeface="Arial" panose="020B0604020202020204" pitchFamily="34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en-US" sz="2400">
                  <a:latin typeface="Arial" panose="020B0604020202020204" pitchFamily="34" charset="0"/>
                </a:rPr>
                <a:t>When heaps are used, apply same analysis as for Dijkstra’s algorithm (p.469) (</a:t>
              </a:r>
              <a:r>
                <a:rPr lang="en-US" altLang="en-US" sz="2400" i="1">
                  <a:solidFill>
                    <a:srgbClr val="CC0000"/>
                  </a:solidFill>
                  <a:latin typeface="Arial" panose="020B0604020202020204" pitchFamily="34" charset="0"/>
                </a:rPr>
                <a:t>good exercise</a:t>
              </a:r>
              <a:r>
                <a:rPr lang="en-US" altLang="en-US" sz="2400" i="1">
                  <a:latin typeface="Arial" panose="020B0604020202020204" pitchFamily="34" charset="0"/>
                </a:rPr>
                <a:t>)</a:t>
              </a:r>
              <a:endParaRPr lang="en-US" altLang="en-US" sz="2400" i="1">
                <a:solidFill>
                  <a:srgbClr val="CC0000"/>
                </a:solidFill>
                <a:latin typeface="Arial" panose="020B0604020202020204" pitchFamily="34" charset="0"/>
              </a:endParaRPr>
            </a:p>
            <a:p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9158" name="Rectangle 7">
              <a:extLst>
                <a:ext uri="{FF2B5EF4-FFF2-40B4-BE49-F238E27FC236}">
                  <a16:creationId xmlns:a16="http://schemas.microsoft.com/office/drawing/2014/main" id="{AD3FB484-9F5D-4EE5-BFC9-210B5B4B9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270"/>
              <a:ext cx="1203" cy="3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>
                  <a:latin typeface="Arial" panose="020B0604020202020204" pitchFamily="34" charset="0"/>
                </a:rPr>
                <a:t>O(|</a:t>
              </a:r>
              <a:r>
                <a:rPr lang="en-US" altLang="en-US" sz="2400" b="1" i="1"/>
                <a:t>E</a:t>
              </a:r>
              <a:r>
                <a:rPr lang="en-US" altLang="en-US" sz="2400">
                  <a:latin typeface="Arial" panose="020B0604020202020204" pitchFamily="34" charset="0"/>
                </a:rPr>
                <a:t>| + |</a:t>
              </a:r>
              <a:r>
                <a:rPr lang="en-US" altLang="en-US" sz="2400" b="1" i="1"/>
                <a:t>V</a:t>
              </a:r>
              <a:r>
                <a:rPr lang="en-US" altLang="en-US" sz="2400">
                  <a:latin typeface="Arial" panose="020B0604020202020204" pitchFamily="34" charset="0"/>
                </a:rPr>
                <a:t>| </a:t>
              </a:r>
              <a:r>
                <a:rPr lang="en-US" altLang="en-US" sz="2400" baseline="30000">
                  <a:latin typeface="Arial" panose="020B0604020202020204" pitchFamily="34" charset="0"/>
                </a:rPr>
                <a:t>2</a:t>
              </a:r>
              <a:r>
                <a:rPr lang="en-US" altLang="en-US" sz="2400">
                  <a:latin typeface="Arial" panose="020B0604020202020204" pitchFamily="34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29DEFA3F-CD72-44E7-A06C-EEAD24AEE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5820" y="2895601"/>
            <a:ext cx="346761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000" i="1" dirty="0">
                <a:solidFill>
                  <a:srgbClr val="CC3300"/>
                </a:solidFill>
                <a:latin typeface="Verdana" panose="020B0604030504040204" pitchFamily="34" charset="0"/>
              </a:rPr>
              <a:t>Thank You..!</a:t>
            </a:r>
            <a:endParaRPr kumimoji="1" lang="en-US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1236</Words>
  <Application>Microsoft Office PowerPoint</Application>
  <PresentationFormat>Widescreen</PresentationFormat>
  <Paragraphs>338</Paragraphs>
  <Slides>20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Verdana</vt:lpstr>
      <vt:lpstr>Office Theme</vt:lpstr>
      <vt:lpstr>Minimum Spanning Trees</vt:lpstr>
      <vt:lpstr>Problem: Laying Telephone Wire</vt:lpstr>
      <vt:lpstr>Wiring: Naïve Approach</vt:lpstr>
      <vt:lpstr>Wiring: Better Approach</vt:lpstr>
      <vt:lpstr>Minimum Spanning Tree (MST)</vt:lpstr>
      <vt:lpstr>Applications of MST</vt:lpstr>
      <vt:lpstr>How Can We Generate a MST? </vt:lpstr>
      <vt:lpstr>Methods for Creating MST:</vt:lpstr>
      <vt:lpstr>1. Kruskal’s algorithm:</vt:lpstr>
      <vt:lpstr>Kruskal’s algorithm (contd..)</vt:lpstr>
      <vt:lpstr>Kruskal’s algorithm</vt:lpstr>
      <vt:lpstr>PowerPoint Presentation</vt:lpstr>
      <vt:lpstr>1. Prim’s Algorithm</vt:lpstr>
      <vt:lpstr>Prim’s algorithm</vt:lpstr>
      <vt:lpstr>Prim’s algorithm</vt:lpstr>
      <vt:lpstr>Prim’s algorithm</vt:lpstr>
      <vt:lpstr>Prim’s algorithm</vt:lpstr>
      <vt:lpstr>Prim’s algorithm</vt:lpstr>
      <vt:lpstr>Running time of Prim’s algorithm (without heaps)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</dc:creator>
  <cp:lastModifiedBy>avinash</cp:lastModifiedBy>
  <cp:revision>23</cp:revision>
  <dcterms:created xsi:type="dcterms:W3CDTF">2020-10-28T03:43:38Z</dcterms:created>
  <dcterms:modified xsi:type="dcterms:W3CDTF">2020-11-01T08:40:53Z</dcterms:modified>
</cp:coreProperties>
</file>